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  <p:sldMasterId id="2147483666" r:id="rId2"/>
  </p:sldMasterIdLst>
  <p:notesMasterIdLst>
    <p:notesMasterId r:id="rId10"/>
  </p:notesMasterIdLst>
  <p:sldIdLst>
    <p:sldId id="257" r:id="rId3"/>
    <p:sldId id="317" r:id="rId4"/>
    <p:sldId id="316" r:id="rId5"/>
    <p:sldId id="318" r:id="rId6"/>
    <p:sldId id="320" r:id="rId7"/>
    <p:sldId id="321" r:id="rId8"/>
    <p:sldId id="259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 Regular" panose="00000700000000000000" pitchFamily="2" charset="0"/>
      <p:regular r:id="rId15"/>
      <p:bold r:id="rId16"/>
    </p:embeddedFont>
    <p:embeddedFont>
      <p:font typeface="Mont SemiBold" panose="00000800000000000000" pitchFamily="2" charset="0"/>
      <p:regular r:id="rId17"/>
      <p:bold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orient="horz" pos="4133" userDrawn="1">
          <p15:clr>
            <a:srgbClr val="A4A3A4"/>
          </p15:clr>
        </p15:guide>
        <p15:guide id="4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A5FD"/>
    <a:srgbClr val="EAF3FF"/>
    <a:srgbClr val="000948"/>
    <a:srgbClr val="081C4F"/>
    <a:srgbClr val="7FB7FF"/>
    <a:srgbClr val="FBFCFE"/>
    <a:srgbClr val="F5F9FE"/>
    <a:srgbClr val="0E296E"/>
    <a:srgbClr val="091E38"/>
    <a:srgbClr val="35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6374" autoAdjust="0"/>
  </p:normalViewPr>
  <p:slideViewPr>
    <p:cSldViewPr snapToGrid="0" showGuides="1">
      <p:cViewPr varScale="1">
        <p:scale>
          <a:sx n="156" d="100"/>
          <a:sy n="156" d="100"/>
        </p:scale>
        <p:origin x="180" y="264"/>
      </p:cViewPr>
      <p:guideLst>
        <p:guide orient="horz" pos="1094"/>
        <p:guide pos="347"/>
        <p:guide orient="horz" pos="4133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DC8EA-21D9-40F8-98D2-55048FC8A8E9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5B6D2-EE63-4031-A7A5-B6A56908F4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6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Элементы дизайна с главной страницы сайта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55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Элементы дизайна со страницы главная, светлая часть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2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251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5123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483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405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Элементы дизайна со страницы главная, светлая часть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77070-D90E-4F6F-9687-FB1449FECE0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665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AC589-BC81-40B4-B9E9-4847948B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671248"/>
            <a:ext cx="11198224" cy="584960"/>
          </a:xfrm>
        </p:spPr>
        <p:txBody>
          <a:bodyPr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0D2F4FB8-F65E-4FDE-98B4-95712A5BF6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аблица 15">
            <a:extLst>
              <a:ext uri="{FF2B5EF4-FFF2-40B4-BE49-F238E27FC236}">
                <a16:creationId xmlns:a16="http://schemas.microsoft.com/office/drawing/2014/main" id="{9A13E51C-23B4-47E1-8B8C-4EAB8630D011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442914" y="1970088"/>
            <a:ext cx="11198224" cy="2454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F5680B4-608F-4108-B2F0-AFF34CD3A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2912" y="4613563"/>
            <a:ext cx="5525511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8C8ED11-F0CC-4E0A-8EC4-C2A1B830C4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577" y="4613563"/>
            <a:ext cx="5417560" cy="1504171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580E99-B03B-4989-BBBA-F6E1354CAD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3" name="Текст 19">
            <a:extLst>
              <a:ext uri="{FF2B5EF4-FFF2-40B4-BE49-F238E27FC236}">
                <a16:creationId xmlns:a16="http://schemas.microsoft.com/office/drawing/2014/main" id="{E91CCC5C-33EC-4650-8BA2-A78F6F41C4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29059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6EB91-71C0-4690-9CBB-45C9B5762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671247"/>
            <a:ext cx="11198224" cy="1120247"/>
          </a:xfrm>
        </p:spPr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CA8F8B23-E33A-4CAF-BA2D-516123FEBB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2D920E0-504C-421C-A25E-3A82B658C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913" y="1791494"/>
            <a:ext cx="4370387" cy="1932608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1" name="Текст 9">
            <a:extLst>
              <a:ext uri="{FF2B5EF4-FFF2-40B4-BE49-F238E27FC236}">
                <a16:creationId xmlns:a16="http://schemas.microsoft.com/office/drawing/2014/main" id="{DDEC9A70-E4D3-4614-8E55-DE0EF2E730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3831706"/>
            <a:ext cx="4370387" cy="2464622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158CA22C-9BB2-41CA-B2C8-CC858FBCED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0297" y="1228230"/>
            <a:ext cx="4990840" cy="4532490"/>
          </a:xfrm>
          <a:prstGeom prst="roundRect">
            <a:avLst>
              <a:gd name="adj" fmla="val 9337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6B2122E-AE0E-42A5-A740-66F97946B12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6" name="Текст 19">
            <a:extLst>
              <a:ext uri="{FF2B5EF4-FFF2-40B4-BE49-F238E27FC236}">
                <a16:creationId xmlns:a16="http://schemas.microsoft.com/office/drawing/2014/main" id="{9E67BA6A-FDC9-4073-9313-D591A2C113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66317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с карточ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70A48D-437F-4653-BFAE-C05CAB5D4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ru-RU" dirty="0"/>
              <a:t>Слайд с карточками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7DC3D8-64E0-4DB9-A9D2-F69551DD5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0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897AA1-EFD3-4762-AA95-DD61A64F1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394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4CD1FE0-DE10-4823-B7D2-A02087034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48" y="1472596"/>
            <a:ext cx="3636898" cy="4666089"/>
          </a:xfrm>
          <a:prstGeom prst="roundRect">
            <a:avLst>
              <a:gd name="adj" fmla="val 4620"/>
            </a:avLst>
          </a:prstGeom>
        </p:spPr>
      </p:pic>
      <p:sp>
        <p:nvSpPr>
          <p:cNvPr id="16" name="Текст 15">
            <a:extLst>
              <a:ext uri="{FF2B5EF4-FFF2-40B4-BE49-F238E27FC236}">
                <a16:creationId xmlns:a16="http://schemas.microsoft.com/office/drawing/2014/main" id="{671A6078-29B7-4AF6-A395-12AE9E74D2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9775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2A73B455-E8B3-455F-A591-A113EDB94A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12456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id="{846383FF-D242-4A2B-8DDD-E107B36E4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3087" y="1723633"/>
            <a:ext cx="3259138" cy="416401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D427F59-3571-4CF3-B08C-9B411DD74FC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21" name="Текст 19">
            <a:extLst>
              <a:ext uri="{FF2B5EF4-FFF2-40B4-BE49-F238E27FC236}">
                <a16:creationId xmlns:a16="http://schemas.microsoft.com/office/drawing/2014/main" id="{9BFAAFCB-A779-4104-B125-B8E16D1ECF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82452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еречис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9B66C857-95BF-47E2-8350-8B4B84E11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671247"/>
            <a:ext cx="11198224" cy="1109385"/>
          </a:xfrm>
        </p:spPr>
        <p:txBody>
          <a:bodyPr>
            <a:normAutofit/>
          </a:bodyPr>
          <a:lstStyle>
            <a:lvl1pPr>
              <a:defRPr sz="3500" b="1"/>
            </a:lvl1pPr>
          </a:lstStyle>
          <a:p>
            <a:r>
              <a:rPr lang="ru-RU" dirty="0"/>
              <a:t>Слайд с перечислением</a:t>
            </a:r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F3628BC8-F1B5-4631-A176-6D5A879DC4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id="{29D79CE9-52C3-461F-810C-E375E30BD4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blipFill>
            <a:blip r:embed="rId2"/>
            <a:stretch>
              <a:fillRect/>
            </a:stretch>
          </a:blip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bg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22" name="Текст 13">
            <a:extLst>
              <a:ext uri="{FF2B5EF4-FFF2-40B4-BE49-F238E27FC236}">
                <a16:creationId xmlns:a16="http://schemas.microsoft.com/office/drawing/2014/main" id="{1805E424-5D31-44D1-9EC3-52E414C80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  <a:prstGeom prst="rect">
            <a:avLst/>
          </a:prstGeo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378B5B71-E233-4A06-9AF1-09B8D519D4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46770" y="1690688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6C837D5E-C9FF-4231-894D-1AB8EC0E83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46770" y="2337615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46C065B2-433D-408D-912E-4B4CA6D8C2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46770" y="298454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ACF323D5-91B3-4196-B65C-38DF4E64F1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6770" y="3627337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9" name="Рисунок 24">
            <a:extLst>
              <a:ext uri="{FF2B5EF4-FFF2-40B4-BE49-F238E27FC236}">
                <a16:creationId xmlns:a16="http://schemas.microsoft.com/office/drawing/2014/main" id="{856D2F5B-F5D2-429A-9BB9-85A1BD9A628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6770" y="4270132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30" name="Рисунок 24">
            <a:extLst>
              <a:ext uri="{FF2B5EF4-FFF2-40B4-BE49-F238E27FC236}">
                <a16:creationId xmlns:a16="http://schemas.microsoft.com/office/drawing/2014/main" id="{14593B76-605D-4E07-B42F-B6BC6E62C6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46770" y="4913483"/>
            <a:ext cx="507658" cy="507658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D19212D-20D1-4084-B452-C475734C836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32" name="Текст 19">
            <a:extLst>
              <a:ext uri="{FF2B5EF4-FFF2-40B4-BE49-F238E27FC236}">
                <a16:creationId xmlns:a16="http://schemas.microsoft.com/office/drawing/2014/main" id="{C5ADD586-2521-403E-80B0-9BCB07A363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6384626"/>
            <a:ext cx="3371850" cy="277813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54979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360DFF-4709-4F5A-99A8-A61D0BB31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913" y="598488"/>
            <a:ext cx="6200775" cy="23876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tx1"/>
                </a:solidFill>
                <a:latin typeface="Mont SemiBold" panose="00000800000000000000" pitchFamily="2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6DF89B-3867-4BAB-8512-217C71B8135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766" y="5570290"/>
            <a:ext cx="903591" cy="703510"/>
          </a:xfrm>
          <a:prstGeom prst="rect">
            <a:avLst/>
          </a:prstGeom>
        </p:spPr>
      </p:pic>
      <p:sp>
        <p:nvSpPr>
          <p:cNvPr id="8" name="Текст 19">
            <a:extLst>
              <a:ext uri="{FF2B5EF4-FFF2-40B4-BE49-F238E27FC236}">
                <a16:creationId xmlns:a16="http://schemas.microsoft.com/office/drawing/2014/main" id="{C9DA2715-32BC-4498-B10F-A4A40C2867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913" y="6120605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Дата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57230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38C17F1-6121-4ED2-9528-01D2C5C2AD3A}"/>
              </a:ext>
            </a:extLst>
          </p:cNvPr>
          <p:cNvSpPr/>
          <p:nvPr/>
        </p:nvSpPr>
        <p:spPr>
          <a:xfrm>
            <a:off x="4269551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B043ADE-21B7-4CE6-A204-E3E81EC1C052}"/>
              </a:ext>
            </a:extLst>
          </p:cNvPr>
          <p:cNvSpPr/>
          <p:nvPr/>
        </p:nvSpPr>
        <p:spPr>
          <a:xfrm>
            <a:off x="7988240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F5F3667-1BCE-47C3-B20C-3805515032FC}"/>
              </a:ext>
            </a:extLst>
          </p:cNvPr>
          <p:cNvSpPr/>
          <p:nvPr/>
        </p:nvSpPr>
        <p:spPr>
          <a:xfrm>
            <a:off x="550862" y="1472596"/>
            <a:ext cx="3651213" cy="4674204"/>
          </a:xfrm>
          <a:prstGeom prst="roundRect">
            <a:avLst>
              <a:gd name="adj" fmla="val 4584"/>
            </a:avLst>
          </a:prstGeom>
          <a:solidFill>
            <a:srgbClr val="F5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5CB4F-19F4-408A-BED6-C3E6697B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FE088-06AE-44D2-83AC-6F89B1987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873" y="1690688"/>
            <a:ext cx="313456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ECC3894-6D6E-4507-A3D3-03122A614F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8675" y="1690688"/>
            <a:ext cx="3114675" cy="41290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DF380EC8-535E-482F-884B-FF00ADD83D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28757" y="1690688"/>
            <a:ext cx="3134568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F706A90-02B8-4304-9400-1A8C7FEEDF3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88BCE02A-3F2D-45E9-AD83-28A34DFC12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56736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еречисл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BACE0-0B11-4DEE-99E8-FF04EF982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0D8968A-E3BF-4278-9BDD-99FB863866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352" y="1720850"/>
            <a:ext cx="3221037" cy="2393950"/>
          </a:xfrm>
          <a:prstGeom prst="roundRect">
            <a:avLst>
              <a:gd name="adj" fmla="val 4333"/>
            </a:avLst>
          </a:prstGeom>
          <a:solidFill>
            <a:srgbClr val="F5F9FE"/>
          </a:solidFill>
        </p:spPr>
        <p:txBody>
          <a:bodyPr lIns="180000" tIns="180000" rIns="180000" bIns="180000"/>
          <a:lstStyle>
            <a:lvl1pPr marL="0">
              <a:spcBef>
                <a:spcPts val="300"/>
              </a:spcBef>
              <a:defRPr>
                <a:solidFill>
                  <a:schemeClr val="bg1"/>
                </a:solidFill>
              </a:defRPr>
            </a:lvl1pPr>
            <a:lvl2pPr marL="0">
              <a:spcBef>
                <a:spcPts val="300"/>
              </a:spcBef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12" name="Текст 12">
            <a:extLst>
              <a:ext uri="{FF2B5EF4-FFF2-40B4-BE49-F238E27FC236}">
                <a16:creationId xmlns:a16="http://schemas.microsoft.com/office/drawing/2014/main" id="{4D019254-AEE4-4C60-8C49-072764EA9A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913" y="1228230"/>
            <a:ext cx="5653087" cy="5524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C9C3A56-913A-4AC7-B463-A142C4AE8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9700" y="1690688"/>
            <a:ext cx="6421438" cy="429101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ru-RU" dirty="0"/>
              <a:t>Нажмите кнопку «увеличить отступ» во вкладке «главная», чтобы сделать текст меньше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6D24A90-DC22-4F1D-968C-6B3A7401B1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sp>
        <p:nvSpPr>
          <p:cNvPr id="13" name="Текст 19">
            <a:extLst>
              <a:ext uri="{FF2B5EF4-FFF2-40B4-BE49-F238E27FC236}">
                <a16:creationId xmlns:a16="http://schemas.microsoft.com/office/drawing/2014/main" id="{9A44F16D-F7F0-4B32-9C84-1D93E64896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6384626"/>
            <a:ext cx="3371850" cy="27781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2312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82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акт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ADF5DC7-C739-4BDC-BB45-76E3F1CDAE74}"/>
              </a:ext>
            </a:extLst>
          </p:cNvPr>
          <p:cNvGrpSpPr/>
          <p:nvPr/>
        </p:nvGrpSpPr>
        <p:grpSpPr>
          <a:xfrm>
            <a:off x="6627460" y="1668440"/>
            <a:ext cx="5013677" cy="3632200"/>
            <a:chOff x="7270751" y="1030474"/>
            <a:chExt cx="3867150" cy="2801590"/>
          </a:xfrm>
        </p:grpSpPr>
        <p:sp>
          <p:nvSpPr>
            <p:cNvPr id="6" name="Сквиркл">
              <a:extLst>
                <a:ext uri="{FF2B5EF4-FFF2-40B4-BE49-F238E27FC236}">
                  <a16:creationId xmlns:a16="http://schemas.microsoft.com/office/drawing/2014/main" id="{8FE4899B-F77C-4831-8506-FB49318221C8}"/>
                </a:ext>
              </a:extLst>
            </p:cNvPr>
            <p:cNvSpPr/>
            <p:nvPr/>
          </p:nvSpPr>
          <p:spPr>
            <a:xfrm>
              <a:off x="7270751" y="1030474"/>
              <a:ext cx="3867150" cy="2801590"/>
            </a:xfrm>
            <a:prstGeom prst="roundRect">
              <a:avLst>
                <a:gd name="adj" fmla="val 8974"/>
              </a:avLst>
            </a:prstGeom>
            <a:solidFill>
              <a:srgbClr val="070C2B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46A590D8-CA4F-4350-B4F1-CEA7AB164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537" y="3105221"/>
              <a:ext cx="174554" cy="174554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7353487-F2F5-410D-90E7-8619BA53A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537" y="2732291"/>
              <a:ext cx="174554" cy="174554"/>
            </a:xfrm>
            <a:prstGeom prst="rect">
              <a:avLst/>
            </a:prstGeom>
          </p:spPr>
        </p:pic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6D0EDC7-F549-461F-B5C7-59C42FB18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8125" y="2397911"/>
              <a:ext cx="172558" cy="172556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7C74D03-E33C-4909-B782-B8021BB7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883" y="1544890"/>
              <a:ext cx="211680" cy="211680"/>
            </a:xfrm>
            <a:prstGeom prst="rect">
              <a:avLst/>
            </a:prstGeom>
          </p:spPr>
        </p:pic>
      </p:grpSp>
      <p:sp>
        <p:nvSpPr>
          <p:cNvPr id="13" name="Текст 12">
            <a:extLst>
              <a:ext uri="{FF2B5EF4-FFF2-40B4-BE49-F238E27FC236}">
                <a16:creationId xmlns:a16="http://schemas.microsoft.com/office/drawing/2014/main" id="{ED64AC22-0091-404A-9C90-22C8DD9C2B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86650" y="2305374"/>
            <a:ext cx="3724275" cy="10379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u-RU" dirty="0"/>
              <a:t>Адрес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E96CF683-771D-4E00-B585-49A242B8AC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6650" y="3429000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Телефон</a:t>
            </a:r>
          </a:p>
        </p:txBody>
      </p:sp>
      <p:sp>
        <p:nvSpPr>
          <p:cNvPr id="15" name="Текст 12">
            <a:extLst>
              <a:ext uri="{FF2B5EF4-FFF2-40B4-BE49-F238E27FC236}">
                <a16:creationId xmlns:a16="http://schemas.microsoft.com/office/drawing/2014/main" id="{27F27141-362B-427E-B7DF-C258ECDA9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86650" y="3826037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Почта</a:t>
            </a:r>
          </a:p>
        </p:txBody>
      </p:sp>
      <p:sp>
        <p:nvSpPr>
          <p:cNvPr id="16" name="Текст 12">
            <a:extLst>
              <a:ext uri="{FF2B5EF4-FFF2-40B4-BE49-F238E27FC236}">
                <a16:creationId xmlns:a16="http://schemas.microsoft.com/office/drawing/2014/main" id="{4F82A75D-1F7E-4275-9471-D21BFC59F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86649" y="4290481"/>
            <a:ext cx="3724275" cy="361950"/>
          </a:xfrm>
        </p:spPr>
        <p:txBody>
          <a:bodyPr anchor="ctr" anchorCtr="0"/>
          <a:lstStyle>
            <a:lvl1pPr>
              <a:defRPr/>
            </a:lvl1pPr>
          </a:lstStyle>
          <a:p>
            <a:pPr lvl="0"/>
            <a:r>
              <a:rPr lang="ru-RU" dirty="0"/>
              <a:t>Сайт</a:t>
            </a:r>
          </a:p>
        </p:txBody>
      </p:sp>
      <p:pic>
        <p:nvPicPr>
          <p:cNvPr id="17" name="4_whte.png">
            <a:extLst>
              <a:ext uri="{FF2B5EF4-FFF2-40B4-BE49-F238E27FC236}">
                <a16:creationId xmlns:a16="http://schemas.microsoft.com/office/drawing/2014/main" id="{D77254AE-172E-46E2-ABF4-5BEB2D1E10C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39063" y="2814557"/>
            <a:ext cx="3571870" cy="12288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6844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E2F6B-CE85-4C5E-8906-9E1897A0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671247"/>
            <a:ext cx="11198224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71701E-D677-4988-A176-7928E620A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5907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73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98EFD"/>
            </a:gs>
            <a:gs pos="100000">
              <a:srgbClr val="1D71E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F711E-F761-4F72-9B31-634CE9D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365125"/>
            <a:ext cx="11198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FB5865-3151-43A2-A540-46CC1657E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2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514DB-6814-407C-8958-FBCF185DE1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65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4" r:id="rId4"/>
    <p:sldLayoutId id="214748367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8CCB597-3AE8-4E1A-ACE3-D44BF731D89D}"/>
              </a:ext>
            </a:extLst>
          </p:cNvPr>
          <p:cNvSpPr txBox="1">
            <a:spLocks/>
          </p:cNvSpPr>
          <p:nvPr/>
        </p:nvSpPr>
        <p:spPr>
          <a:xfrm>
            <a:off x="444249" y="651176"/>
            <a:ext cx="10693901" cy="14226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4800" b="1" dirty="0">
                <a:latin typeface="Mont SemiBold" panose="00000800000000000000" pitchFamily="2" charset="0"/>
                <a:ea typeface="Mont-SemiBold"/>
                <a:cs typeface="Mont-SemiBold"/>
                <a:sym typeface="Calibri"/>
              </a:rPr>
              <a:t>Обеспечение соблюдения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4800" b="1" dirty="0">
                <a:latin typeface="Mont SemiBold" panose="00000800000000000000" pitchFamily="2" charset="0"/>
                <a:ea typeface="Mont-SemiBold"/>
                <a:cs typeface="Mont-SemiBold"/>
                <a:sym typeface="Calibri"/>
              </a:rPr>
              <a:t>требований законодательства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FFFFFF"/>
                </a:solidFill>
                <a:latin typeface="Mont-SemiBold"/>
                <a:ea typeface="Mont-SemiBold"/>
                <a:cs typeface="Mont-SemiBold"/>
                <a:sym typeface="Mont-SemiBold"/>
              </a:defRPr>
            </a:pPr>
            <a:r>
              <a:rPr lang="ru-RU" sz="4800" b="1" dirty="0">
                <a:latin typeface="Mont SemiBold" panose="00000800000000000000" pitchFamily="2" charset="0"/>
                <a:ea typeface="Mont-SemiBold"/>
                <a:cs typeface="Mont-SemiBold"/>
                <a:sym typeface="Calibri"/>
              </a:rPr>
              <a:t>в отношении работы с персональными данными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9A294DB-DE74-4F39-9458-25DAC82494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2913" y="6120605"/>
            <a:ext cx="3371850" cy="27781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06.02.20026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77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BB50CB8-4351-4D82-B154-E040CC974568}"/>
              </a:ext>
            </a:extLst>
          </p:cNvPr>
          <p:cNvSpPr txBox="1"/>
          <p:nvPr/>
        </p:nvSpPr>
        <p:spPr>
          <a:xfrm>
            <a:off x="459614" y="6358455"/>
            <a:ext cx="5242176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solidFill>
                  <a:srgbClr val="081C4F"/>
                </a:solidFill>
                <a:latin typeface="Mont Regular" panose="00000700000000000000" pitchFamily="2" charset="0"/>
              </a:rPr>
              <a:t>Название презентации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3EE93-C0DA-4950-B98A-92DA3A02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0294A1-0914-4A52-A051-A2452EE07F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аблица 5">
            <a:extLst>
              <a:ext uri="{FF2B5EF4-FFF2-40B4-BE49-F238E27FC236}">
                <a16:creationId xmlns:a16="http://schemas.microsoft.com/office/drawing/2014/main" id="{8BD8CA26-C8D2-4FFB-9270-3A54A055FD3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0EE3C8-83D9-4A79-8786-7D4BFA8EF5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B81BAA-F709-48EA-8A37-67D9CAB79B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5D0B03-812D-489A-B701-21E90B26A4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653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BB50CB8-4351-4D82-B154-E040CC974568}"/>
              </a:ext>
            </a:extLst>
          </p:cNvPr>
          <p:cNvSpPr txBox="1"/>
          <p:nvPr/>
        </p:nvSpPr>
        <p:spPr>
          <a:xfrm>
            <a:off x="459614" y="6358455"/>
            <a:ext cx="5242176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solidFill>
                  <a:srgbClr val="081C4F"/>
                </a:solidFill>
                <a:latin typeface="Mont Regular" panose="00000700000000000000" pitchFamily="2" charset="0"/>
              </a:rPr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75007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0783F-9FCC-4D6E-86B0-39EF9666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A90C43-787F-4E60-BD3E-38CCD6256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2DAC1C-C6FC-4E92-80DF-0DAADDAAA7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368C1C-9DE4-4C4C-A63A-EACC467825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017C065E-6B8F-4433-A8C5-BDE71D03B8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3E754A3-417D-4107-BC04-5BB29A67B1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52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E5ACD-F0B2-473C-8B34-6C85BE32F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F6C5E7-A52F-4522-9C1A-FB21185B1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DE31E4-EE10-44A1-A16D-D302FFE93B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81A332-65F9-4CD3-B607-FED53FD483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1365BEB2-8F62-49AB-8C3B-96CA5CCE4F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D13073F3-EADA-48F5-AAB7-E15E0DB6B7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337D93C4-9F7C-4B5E-9C49-111CA834F7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76145409-E5F2-4D77-8FAF-51EFB148CC0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25C6853-7CDA-40A4-9D1D-542B43A8F71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7EDD34D-EB95-430B-882C-5EEEBACE79E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44DD1C08-DD2C-445A-A227-AAB8B628DF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6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16E56AB8-341A-4762-87F9-2AE795DF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23B6102-2736-4427-8D4E-7F73680701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B21EE16C-3281-4AE7-9DDA-9415334089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A1165497-740B-49F2-AD43-CA34E363C9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6CF9B19-F801-4B89-A1C6-883C34C887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8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BBEC-B007-4EF6-9A74-7F9DC1860F8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3306" y="6273800"/>
            <a:ext cx="357832" cy="279044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9EFF2727-31A8-4834-B9BF-EB4FFE5BFCDB}"/>
              </a:ext>
            </a:extLst>
          </p:cNvPr>
          <p:cNvGrpSpPr/>
          <p:nvPr/>
        </p:nvGrpSpPr>
        <p:grpSpPr>
          <a:xfrm>
            <a:off x="550352" y="300747"/>
            <a:ext cx="1256221" cy="277141"/>
            <a:chOff x="550352" y="300747"/>
            <a:chExt cx="1256221" cy="277141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2D44851C-139D-44A4-B129-EAC3CEA2A7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50352" y="300747"/>
              <a:ext cx="329123" cy="277141"/>
            </a:xfrm>
            <a:prstGeom prst="rect">
              <a:avLst/>
            </a:prstGeom>
          </p:spPr>
        </p:pic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51F1BDA7-A3EF-4CF1-A943-1E2DC65C8484}"/>
                </a:ext>
              </a:extLst>
            </p:cNvPr>
            <p:cNvSpPr/>
            <p:nvPr/>
          </p:nvSpPr>
          <p:spPr>
            <a:xfrm>
              <a:off x="900112" y="300747"/>
              <a:ext cx="885825" cy="277141"/>
            </a:xfrm>
            <a:prstGeom prst="roundRect">
              <a:avLst>
                <a:gd name="adj" fmla="val 50000"/>
              </a:avLst>
            </a:prstGeom>
            <a:solidFill>
              <a:srgbClr val="F5F9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750" dirty="0">
                <a:solidFill>
                  <a:srgbClr val="7FB7FF"/>
                </a:solidFill>
                <a:latin typeface="Mont SemiBold" panose="000008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B69119-CC9B-42AA-ADA9-9D2E4B0236B5}"/>
                </a:ext>
              </a:extLst>
            </p:cNvPr>
            <p:cNvSpPr txBox="1"/>
            <p:nvPr/>
          </p:nvSpPr>
          <p:spPr>
            <a:xfrm>
              <a:off x="879475" y="334467"/>
              <a:ext cx="9270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7FB7FF"/>
                  </a:solidFill>
                  <a:latin typeface="Mont SemiBold" panose="00000800000000000000" pitchFamily="2" charset="0"/>
                </a:rPr>
                <a:t>оплата услуг</a:t>
              </a:r>
              <a:endParaRPr lang="ru-RU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BB50CB8-4351-4D82-B154-E040CC974568}"/>
              </a:ext>
            </a:extLst>
          </p:cNvPr>
          <p:cNvSpPr txBox="1"/>
          <p:nvPr/>
        </p:nvSpPr>
        <p:spPr>
          <a:xfrm>
            <a:off x="459614" y="6358455"/>
            <a:ext cx="5242176" cy="30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>
                <a:solidFill>
                  <a:srgbClr val="081C4F"/>
                </a:solidFill>
                <a:latin typeface="Mont Regular" panose="00000700000000000000" pitchFamily="2" charset="0"/>
              </a:rPr>
              <a:t>Название презентации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C880037-681C-4289-895E-7A443E622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C1F8CF64-7D80-4183-90DD-12293C4AD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8FC7BC2-8D23-4765-BDD6-A4C24BF626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75915D9-93C9-4619-8BF7-A3F99D486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629608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ые слайды">
  <a:themeElements>
    <a:clrScheme name="Основной">
      <a:dk1>
        <a:srgbClr val="081C4F"/>
      </a:dk1>
      <a:lt1>
        <a:sysClr val="window" lastClr="FFFFFF"/>
      </a:lt1>
      <a:dk2>
        <a:srgbClr val="3489F3"/>
      </a:dk2>
      <a:lt2>
        <a:srgbClr val="BFCAD4"/>
      </a:lt2>
      <a:accent1>
        <a:srgbClr val="EBF3FE"/>
      </a:accent1>
      <a:accent2>
        <a:srgbClr val="C6DFFF"/>
      </a:accent2>
      <a:accent3>
        <a:srgbClr val="3489F3"/>
      </a:accent3>
      <a:accent4>
        <a:srgbClr val="355BBB"/>
      </a:accent4>
      <a:accent5>
        <a:srgbClr val="081C4F"/>
      </a:accent5>
      <a:accent6>
        <a:srgbClr val="8579EF"/>
      </a:accent6>
      <a:hlink>
        <a:srgbClr val="355BBB"/>
      </a:hlink>
      <a:folHlink>
        <a:srgbClr val="EBF3FE"/>
      </a:folHlink>
    </a:clrScheme>
    <a:fontScheme name="Другая 1">
      <a:majorFont>
        <a:latin typeface="Mont SemiBold"/>
        <a:ea typeface=""/>
        <a:cs typeface=""/>
      </a:majorFont>
      <a:minorFont>
        <a:latin typeface="Mont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Основной" id="{981F5A10-0B4A-4F1C-B2CD-ADCE2B337CB0}" vid="{F80A3D34-1CEE-4A45-B78A-076C77625B07}"/>
    </a:ext>
  </a:extLst>
</a:theme>
</file>

<file path=ppt/theme/theme2.xml><?xml version="1.0" encoding="utf-8"?>
<a:theme xmlns:a="http://schemas.openxmlformats.org/drawingml/2006/main" name="Темные слайды">
  <a:themeElements>
    <a:clrScheme name="Основной">
      <a:dk1>
        <a:srgbClr val="081C4F"/>
      </a:dk1>
      <a:lt1>
        <a:sysClr val="window" lastClr="FFFFFF"/>
      </a:lt1>
      <a:dk2>
        <a:srgbClr val="3489F3"/>
      </a:dk2>
      <a:lt2>
        <a:srgbClr val="BFCAD4"/>
      </a:lt2>
      <a:accent1>
        <a:srgbClr val="EBF3FE"/>
      </a:accent1>
      <a:accent2>
        <a:srgbClr val="C6DFFF"/>
      </a:accent2>
      <a:accent3>
        <a:srgbClr val="3489F3"/>
      </a:accent3>
      <a:accent4>
        <a:srgbClr val="355BBB"/>
      </a:accent4>
      <a:accent5>
        <a:srgbClr val="081C4F"/>
      </a:accent5>
      <a:accent6>
        <a:srgbClr val="8579EF"/>
      </a:accent6>
      <a:hlink>
        <a:srgbClr val="355BBB"/>
      </a:hlink>
      <a:folHlink>
        <a:srgbClr val="EBF3FE"/>
      </a:folHlink>
    </a:clrScheme>
    <a:fontScheme name="Другая 1">
      <a:majorFont>
        <a:latin typeface="Mont SemiBold"/>
        <a:ea typeface=""/>
        <a:cs typeface=""/>
      </a:majorFont>
      <a:minorFont>
        <a:latin typeface="Mont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Основной</Template>
  <TotalTime>781</TotalTime>
  <Words>58</Words>
  <Application>Microsoft Office PowerPoint</Application>
  <PresentationFormat>Широкоэкранный</PresentationFormat>
  <Paragraphs>23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Mont Regular</vt:lpstr>
      <vt:lpstr>Calibri</vt:lpstr>
      <vt:lpstr>Mont SemiBold</vt:lpstr>
      <vt:lpstr>Arial</vt:lpstr>
      <vt:lpstr>Светлые слайды</vt:lpstr>
      <vt:lpstr>Темные слайды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Елизавета Котораева</dc:creator>
  <cp:lastModifiedBy>Игнатов Иван</cp:lastModifiedBy>
  <cp:revision>59</cp:revision>
  <dcterms:created xsi:type="dcterms:W3CDTF">2023-03-20T12:37:22Z</dcterms:created>
  <dcterms:modified xsi:type="dcterms:W3CDTF">2026-04-01T11:05:46Z</dcterms:modified>
</cp:coreProperties>
</file>