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088" r:id="rId2"/>
    <p:sldId id="4089" r:id="rId3"/>
    <p:sldId id="4095" r:id="rId4"/>
    <p:sldId id="4031" r:id="rId5"/>
    <p:sldId id="3895" r:id="rId6"/>
    <p:sldId id="4064" r:id="rId7"/>
    <p:sldId id="4070" r:id="rId8"/>
    <p:sldId id="4099" r:id="rId9"/>
    <p:sldId id="4098" r:id="rId10"/>
    <p:sldId id="4093" r:id="rId11"/>
    <p:sldId id="4100" r:id="rId12"/>
  </p:sldIdLst>
  <p:sldSz cx="12192000" cy="6858000"/>
  <p:notesSz cx="6858000" cy="9144000"/>
  <p:embeddedFontLst>
    <p:embeddedFont>
      <p:font typeface="Poppins Light" panose="020B0502040204020203" pitchFamily="2" charset="0"/>
      <p:regular r:id="rId15"/>
      <p:italic r:id="rId16"/>
    </p:embeddedFont>
    <p:embeddedFont>
      <p:font typeface="Standard CT Stencil Bold" panose="02000000000000000000" charset="0"/>
      <p:bold r:id="rId17"/>
    </p:embeddedFont>
    <p:embeddedFont>
      <p:font typeface="Tele2 DisplaySerif" panose="020B0604020202020204" charset="0"/>
      <p:regular r:id="rId18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743DC19-8F93-4A22-88B0-C12F287FF06C}">
          <p14:sldIdLst>
            <p14:sldId id="4088"/>
            <p14:sldId id="4089"/>
            <p14:sldId id="4095"/>
            <p14:sldId id="4031"/>
            <p14:sldId id="3895"/>
            <p14:sldId id="4064"/>
            <p14:sldId id="4070"/>
            <p14:sldId id="4099"/>
            <p14:sldId id="4098"/>
            <p14:sldId id="4093"/>
            <p14:sldId id="4100"/>
          </p14:sldIdLst>
        </p14:section>
      </p14:sectionLst>
    </p:ext>
    <p:ext uri="{EFAFB233-063F-42B5-8137-9DF3F51BA10A}">
      <p15:sldGuideLst xmlns:p15="http://schemas.microsoft.com/office/powerpoint/2012/main">
        <p15:guide id="4" pos="2366" userDrawn="1">
          <p15:clr>
            <a:srgbClr val="A4A3A4"/>
          </p15:clr>
        </p15:guide>
        <p15:guide id="5" orient="horz" pos="845" userDrawn="1">
          <p15:clr>
            <a:srgbClr val="A4A3A4"/>
          </p15:clr>
        </p15:guide>
        <p15:guide id="6" pos="6471" userDrawn="1">
          <p15:clr>
            <a:srgbClr val="A4A3A4"/>
          </p15:clr>
        </p15:guide>
        <p15:guide id="7" orient="horz" pos="2296" userDrawn="1">
          <p15:clr>
            <a:srgbClr val="A4A3A4"/>
          </p15:clr>
        </p15:guide>
        <p15:guide id="8" orient="horz" pos="1412" userDrawn="1">
          <p15:clr>
            <a:srgbClr val="A4A3A4"/>
          </p15:clr>
        </p15:guide>
        <p15:guide id="9" orient="horz" pos="15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Ширяева Алена Дмитриевна" initials="ШАД" lastIdx="18" clrIdx="0">
    <p:extLst>
      <p:ext uri="{19B8F6BF-5375-455C-9EA6-DF929625EA0E}">
        <p15:presenceInfo xmlns:p15="http://schemas.microsoft.com/office/powerpoint/2012/main" userId="S-1-5-21-153928421-2495408141-3989244006-116893" providerId="AD"/>
      </p:ext>
    </p:extLst>
  </p:cmAuthor>
  <p:cmAuthor id="2" name="Холмецкая Евгения Геннадьевна" initials="ХЕГ" lastIdx="10" clrIdx="1">
    <p:extLst>
      <p:ext uri="{19B8F6BF-5375-455C-9EA6-DF929625EA0E}">
        <p15:presenceInfo xmlns:p15="http://schemas.microsoft.com/office/powerpoint/2012/main" userId="S-1-5-21-1664333807-3536479228-1515566039-11962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5FF9"/>
    <a:srgbClr val="00A9DE"/>
    <a:srgbClr val="131313"/>
    <a:srgbClr val="E96DA5"/>
    <a:srgbClr val="FF5317"/>
    <a:srgbClr val="00A3D6"/>
    <a:srgbClr val="00A7DD"/>
    <a:srgbClr val="2DACE1"/>
    <a:srgbClr val="2DA8D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82" autoAdjust="0"/>
    <p:restoredTop sz="93979" autoAdjust="0"/>
  </p:normalViewPr>
  <p:slideViewPr>
    <p:cSldViewPr snapToGrid="0" showGuides="1">
      <p:cViewPr varScale="1">
        <p:scale>
          <a:sx n="108" d="100"/>
          <a:sy n="108" d="100"/>
        </p:scale>
        <p:origin x="330" y="96"/>
      </p:cViewPr>
      <p:guideLst>
        <p:guide pos="2366"/>
        <p:guide orient="horz" pos="845"/>
        <p:guide pos="6471"/>
        <p:guide orient="horz" pos="2296"/>
        <p:guide orient="horz" pos="1412"/>
        <p:guide orient="horz" pos="1525"/>
      </p:guideLst>
    </p:cSldViewPr>
  </p:slideViewPr>
  <p:outlineViewPr>
    <p:cViewPr>
      <p:scale>
        <a:sx n="33" d="100"/>
        <a:sy n="33" d="100"/>
      </p:scale>
      <p:origin x="0" y="-2587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howGuides="1">
      <p:cViewPr varScale="1">
        <p:scale>
          <a:sx n="56" d="100"/>
          <a:sy n="56" d="100"/>
        </p:scale>
        <p:origin x="2213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5F09D74-F51A-4F78-9FEC-25C37AB0FC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BF083D-FA17-4D3B-9CE4-0DC0666BE4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A579D-E1BC-4720-AF87-CF58793683F4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864F61-0FCD-41FF-B633-948BD5A966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078755-4732-4C8A-9265-49055416B4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7FC20-F25C-4DD7-B430-C9BF6F18AF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732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062D6-66F2-4E19-8AAA-62F4C85DAAF1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E7CA1-77FF-4570-8C8C-1177C74458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74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EC6C2-504A-0FE9-CFDF-C237F828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7C1438D-5A77-0015-E525-B4F9F0A18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4B46AE1-034A-84E3-44A5-A7C8194F3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557315-6DA2-1792-B667-04D0C3714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0876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EC6C2-504A-0FE9-CFDF-C237F828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7C1438D-5A77-0015-E525-B4F9F0A18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4B46AE1-034A-84E3-44A5-A7C8194F3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557315-6DA2-1792-B667-04D0C3714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9297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EC6C2-504A-0FE9-CFDF-C237F828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7C1438D-5A77-0015-E525-B4F9F0A18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4B46AE1-034A-84E3-44A5-A7C8194F3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557315-6DA2-1792-B667-04D0C3714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3930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0964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EC6C2-504A-0FE9-CFDF-C237F8284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7C1438D-5A77-0015-E525-B4F9F0A18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4B46AE1-034A-84E3-44A5-A7C8194F3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557315-6DA2-1792-B667-04D0C3714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563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7629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12DF-BB09-D202-E822-B22CAC4A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5CE2A09-D4EF-CB6D-C33F-891E1F8C0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03369E6-6F64-BF5C-5869-AA0314002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F6E850-8B14-3392-CD75-D4E1B3F48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0771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12DF-BB09-D202-E822-B22CAC4A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5CE2A09-D4EF-CB6D-C33F-891E1F8C0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03369E6-6F64-BF5C-5869-AA0314002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F6E850-8B14-3392-CD75-D4E1B3F48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722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157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E7CA1-77FF-4570-8C8C-1177C74458B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2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Рисунок 8">
            <a:extLst>
              <a:ext uri="{FF2B5EF4-FFF2-40B4-BE49-F238E27FC236}">
                <a16:creationId xmlns:a16="http://schemas.microsoft.com/office/drawing/2014/main" id="{11943B5B-C865-4312-B119-E000A0867443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550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1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Рисунок 8">
            <a:extLst>
              <a:ext uri="{FF2B5EF4-FFF2-40B4-BE49-F238E27FC236}">
                <a16:creationId xmlns:a16="http://schemas.microsoft.com/office/drawing/2014/main" id="{D154F4A3-1109-41AE-9634-3AB08053B12E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F775870-6D22-4F4F-A430-6C47C40B7A38}"/>
              </a:ext>
            </a:extLst>
          </p:cNvPr>
          <p:cNvGrpSpPr/>
          <p:nvPr userDrawn="1"/>
        </p:nvGrpSpPr>
        <p:grpSpPr>
          <a:xfrm>
            <a:off x="10538852" y="-9651"/>
            <a:ext cx="2502840" cy="7339301"/>
            <a:chOff x="10538852" y="-9651"/>
            <a:chExt cx="2502840" cy="7339301"/>
          </a:xfrm>
        </p:grpSpPr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50F2C2F6-49D4-45CC-B32C-E0D8044B7EE1}"/>
                </a:ext>
              </a:extLst>
            </p:cNvPr>
            <p:cNvSpPr/>
            <p:nvPr userDrawn="1"/>
          </p:nvSpPr>
          <p:spPr>
            <a:xfrm rot="17114731">
              <a:off x="8125192" y="2413150"/>
              <a:ext cx="7339301" cy="2493699"/>
            </a:xfrm>
            <a:custGeom>
              <a:avLst/>
              <a:gdLst>
                <a:gd name="connsiteX0" fmla="*/ 7244815 w 7339301"/>
                <a:gd name="connsiteY0" fmla="*/ 310915 h 657591"/>
                <a:gd name="connsiteX1" fmla="*/ 7339301 w 7339301"/>
                <a:gd name="connsiteY1" fmla="*/ 657591 h 657591"/>
                <a:gd name="connsiteX2" fmla="*/ 3246700 w 7339301"/>
                <a:gd name="connsiteY2" fmla="*/ 657591 h 657591"/>
                <a:gd name="connsiteX3" fmla="*/ 3409006 w 7339301"/>
                <a:gd name="connsiteY3" fmla="*/ 346676 h 657591"/>
                <a:gd name="connsiteX4" fmla="*/ 94486 w 7339301"/>
                <a:gd name="connsiteY4" fmla="*/ 346676 h 657591"/>
                <a:gd name="connsiteX5" fmla="*/ 0 w 7339301"/>
                <a:gd name="connsiteY5" fmla="*/ 0 h 657591"/>
                <a:gd name="connsiteX6" fmla="*/ 3838771 w 7339301"/>
                <a:gd name="connsiteY6" fmla="*/ 0 h 657591"/>
                <a:gd name="connsiteX7" fmla="*/ 3676465 w 7339301"/>
                <a:gd name="connsiteY7" fmla="*/ 310915 h 657591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3409006 w 7339301"/>
                <a:gd name="connsiteY3" fmla="*/ 346676 h 2523107"/>
                <a:gd name="connsiteX4" fmla="*/ 94486 w 7339301"/>
                <a:gd name="connsiteY4" fmla="*/ 346676 h 2523107"/>
                <a:gd name="connsiteX5" fmla="*/ 0 w 7339301"/>
                <a:gd name="connsiteY5" fmla="*/ 0 h 2523107"/>
                <a:gd name="connsiteX6" fmla="*/ 3838771 w 7339301"/>
                <a:gd name="connsiteY6" fmla="*/ 0 h 2523107"/>
                <a:gd name="connsiteX7" fmla="*/ 3676465 w 7339301"/>
                <a:gd name="connsiteY7" fmla="*/ 310915 h 2523107"/>
                <a:gd name="connsiteX8" fmla="*/ 7244815 w 7339301"/>
                <a:gd name="connsiteY8" fmla="*/ 310915 h 2523107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94486 w 7339301"/>
                <a:gd name="connsiteY3" fmla="*/ 346676 h 2523107"/>
                <a:gd name="connsiteX4" fmla="*/ 0 w 7339301"/>
                <a:gd name="connsiteY4" fmla="*/ 0 h 2523107"/>
                <a:gd name="connsiteX5" fmla="*/ 3838771 w 7339301"/>
                <a:gd name="connsiteY5" fmla="*/ 0 h 2523107"/>
                <a:gd name="connsiteX6" fmla="*/ 3676465 w 7339301"/>
                <a:gd name="connsiteY6" fmla="*/ 310915 h 2523107"/>
                <a:gd name="connsiteX7" fmla="*/ 7244815 w 7339301"/>
                <a:gd name="connsiteY7" fmla="*/ 310915 h 2523107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94486 w 7339301"/>
                <a:gd name="connsiteY3" fmla="*/ 346676 h 2523107"/>
                <a:gd name="connsiteX4" fmla="*/ 0 w 7339301"/>
                <a:gd name="connsiteY4" fmla="*/ 0 h 2523107"/>
                <a:gd name="connsiteX5" fmla="*/ 3838771 w 7339301"/>
                <a:gd name="connsiteY5" fmla="*/ 0 h 2523107"/>
                <a:gd name="connsiteX6" fmla="*/ 3676465 w 7339301"/>
                <a:gd name="connsiteY6" fmla="*/ 310915 h 2523107"/>
                <a:gd name="connsiteX7" fmla="*/ 7244815 w 7339301"/>
                <a:gd name="connsiteY7" fmla="*/ 310915 h 2523107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9301" h="2493699">
                  <a:moveTo>
                    <a:pt x="7244815" y="310915"/>
                  </a:moveTo>
                  <a:lnTo>
                    <a:pt x="7339301" y="657591"/>
                  </a:lnTo>
                  <a:lnTo>
                    <a:pt x="682722" y="2493699"/>
                  </a:lnTo>
                  <a:lnTo>
                    <a:pt x="94486" y="346676"/>
                  </a:lnTo>
                  <a:lnTo>
                    <a:pt x="0" y="0"/>
                  </a:lnTo>
                  <a:lnTo>
                    <a:pt x="3838771" y="0"/>
                  </a:lnTo>
                  <a:lnTo>
                    <a:pt x="3676465" y="310915"/>
                  </a:lnTo>
                  <a:lnTo>
                    <a:pt x="7244815" y="3109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431C6D2E-7DBA-45D0-B167-38ED07CDD0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38852" y="6050786"/>
              <a:ext cx="1245161" cy="442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4730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3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Рисунок 8">
            <a:extLst>
              <a:ext uri="{FF2B5EF4-FFF2-40B4-BE49-F238E27FC236}">
                <a16:creationId xmlns:a16="http://schemas.microsoft.com/office/drawing/2014/main" id="{D154F4A3-1109-41AE-9634-3AB08053B12E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56D4E32-20B1-4ADC-A058-999AA94C6114}"/>
              </a:ext>
            </a:extLst>
          </p:cNvPr>
          <p:cNvGrpSpPr/>
          <p:nvPr userDrawn="1"/>
        </p:nvGrpSpPr>
        <p:grpSpPr>
          <a:xfrm>
            <a:off x="9629673" y="-251061"/>
            <a:ext cx="2558658" cy="7339301"/>
            <a:chOff x="9629673" y="-251061"/>
            <a:chExt cx="2558658" cy="7339301"/>
          </a:xfrm>
        </p:grpSpPr>
        <p:sp>
          <p:nvSpPr>
            <p:cNvPr id="9" name="Прямоугольный треугольник 8">
              <a:extLst>
                <a:ext uri="{FF2B5EF4-FFF2-40B4-BE49-F238E27FC236}">
                  <a16:creationId xmlns:a16="http://schemas.microsoft.com/office/drawing/2014/main" id="{4421ADD8-56D8-46E4-B536-168490405373}"/>
                </a:ext>
              </a:extLst>
            </p:cNvPr>
            <p:cNvSpPr/>
            <p:nvPr userDrawn="1"/>
          </p:nvSpPr>
          <p:spPr>
            <a:xfrm flipH="1">
              <a:off x="9629673" y="-164007"/>
              <a:ext cx="2558658" cy="7022007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348525E7-CD29-43D8-AC40-2D0870338E29}"/>
                </a:ext>
              </a:extLst>
            </p:cNvPr>
            <p:cNvSpPr/>
            <p:nvPr/>
          </p:nvSpPr>
          <p:spPr>
            <a:xfrm rot="17114731">
              <a:off x="7220542" y="3089794"/>
              <a:ext cx="7339301" cy="657591"/>
            </a:xfrm>
            <a:custGeom>
              <a:avLst/>
              <a:gdLst>
                <a:gd name="connsiteX0" fmla="*/ 7244815 w 7339301"/>
                <a:gd name="connsiteY0" fmla="*/ 310915 h 657591"/>
                <a:gd name="connsiteX1" fmla="*/ 7339301 w 7339301"/>
                <a:gd name="connsiteY1" fmla="*/ 657591 h 657591"/>
                <a:gd name="connsiteX2" fmla="*/ 3246700 w 7339301"/>
                <a:gd name="connsiteY2" fmla="*/ 657591 h 657591"/>
                <a:gd name="connsiteX3" fmla="*/ 3409006 w 7339301"/>
                <a:gd name="connsiteY3" fmla="*/ 346676 h 657591"/>
                <a:gd name="connsiteX4" fmla="*/ 94486 w 7339301"/>
                <a:gd name="connsiteY4" fmla="*/ 346676 h 657591"/>
                <a:gd name="connsiteX5" fmla="*/ 0 w 7339301"/>
                <a:gd name="connsiteY5" fmla="*/ 0 h 657591"/>
                <a:gd name="connsiteX6" fmla="*/ 3838771 w 7339301"/>
                <a:gd name="connsiteY6" fmla="*/ 0 h 657591"/>
                <a:gd name="connsiteX7" fmla="*/ 3676465 w 7339301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9301" h="657591">
                  <a:moveTo>
                    <a:pt x="7244815" y="310915"/>
                  </a:moveTo>
                  <a:lnTo>
                    <a:pt x="7339301" y="657591"/>
                  </a:lnTo>
                  <a:lnTo>
                    <a:pt x="3246700" y="657591"/>
                  </a:lnTo>
                  <a:lnTo>
                    <a:pt x="3409006" y="346676"/>
                  </a:lnTo>
                  <a:lnTo>
                    <a:pt x="94486" y="346676"/>
                  </a:lnTo>
                  <a:lnTo>
                    <a:pt x="0" y="0"/>
                  </a:lnTo>
                  <a:lnTo>
                    <a:pt x="3838771" y="0"/>
                  </a:lnTo>
                  <a:lnTo>
                    <a:pt x="3676465" y="3109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4A6F1256-CFF3-4900-A2F2-12D50FBD8E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757" y="6051459"/>
              <a:ext cx="1243270" cy="4420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2233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4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3E9B829-D0A5-4656-894F-1D8891738D8F}"/>
              </a:ext>
            </a:extLst>
          </p:cNvPr>
          <p:cNvGrpSpPr/>
          <p:nvPr userDrawn="1"/>
        </p:nvGrpSpPr>
        <p:grpSpPr>
          <a:xfrm>
            <a:off x="9633338" y="-251061"/>
            <a:ext cx="2558658" cy="7339301"/>
            <a:chOff x="9633338" y="-251061"/>
            <a:chExt cx="2558658" cy="7339301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74B20366-6011-4499-BF6A-A12A0D950839}"/>
                </a:ext>
              </a:extLst>
            </p:cNvPr>
            <p:cNvGrpSpPr/>
            <p:nvPr userDrawn="1"/>
          </p:nvGrpSpPr>
          <p:grpSpPr>
            <a:xfrm>
              <a:off x="9633338" y="-251061"/>
              <a:ext cx="2558658" cy="7339301"/>
              <a:chOff x="9633338" y="-251061"/>
              <a:chExt cx="2558658" cy="7339301"/>
            </a:xfrm>
          </p:grpSpPr>
          <p:sp>
            <p:nvSpPr>
              <p:cNvPr id="13" name="Прямоугольный треугольник 12">
                <a:extLst>
                  <a:ext uri="{FF2B5EF4-FFF2-40B4-BE49-F238E27FC236}">
                    <a16:creationId xmlns:a16="http://schemas.microsoft.com/office/drawing/2014/main" id="{1444445F-1A75-4F80-BB00-E1E0DBCD18AA}"/>
                  </a:ext>
                </a:extLst>
              </p:cNvPr>
              <p:cNvSpPr/>
              <p:nvPr userDrawn="1"/>
            </p:nvSpPr>
            <p:spPr>
              <a:xfrm flipH="1">
                <a:off x="9633338" y="-164007"/>
                <a:ext cx="2558658" cy="7022007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115A023A-6F2A-49A0-8041-1534CBEF40AF}"/>
                  </a:ext>
                </a:extLst>
              </p:cNvPr>
              <p:cNvSpPr/>
              <p:nvPr userDrawn="1"/>
            </p:nvSpPr>
            <p:spPr>
              <a:xfrm rot="17114731">
                <a:off x="7224207" y="3089794"/>
                <a:ext cx="7339301" cy="657591"/>
              </a:xfrm>
              <a:custGeom>
                <a:avLst/>
                <a:gdLst>
                  <a:gd name="connsiteX0" fmla="*/ 7244815 w 7339301"/>
                  <a:gd name="connsiteY0" fmla="*/ 310915 h 657591"/>
                  <a:gd name="connsiteX1" fmla="*/ 7339301 w 7339301"/>
                  <a:gd name="connsiteY1" fmla="*/ 657591 h 657591"/>
                  <a:gd name="connsiteX2" fmla="*/ 3246700 w 7339301"/>
                  <a:gd name="connsiteY2" fmla="*/ 657591 h 657591"/>
                  <a:gd name="connsiteX3" fmla="*/ 3409006 w 7339301"/>
                  <a:gd name="connsiteY3" fmla="*/ 346676 h 657591"/>
                  <a:gd name="connsiteX4" fmla="*/ 94486 w 7339301"/>
                  <a:gd name="connsiteY4" fmla="*/ 346676 h 657591"/>
                  <a:gd name="connsiteX5" fmla="*/ 0 w 7339301"/>
                  <a:gd name="connsiteY5" fmla="*/ 0 h 657591"/>
                  <a:gd name="connsiteX6" fmla="*/ 3838771 w 7339301"/>
                  <a:gd name="connsiteY6" fmla="*/ 0 h 657591"/>
                  <a:gd name="connsiteX7" fmla="*/ 3676465 w 7339301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339301" h="657591">
                    <a:moveTo>
                      <a:pt x="7244815" y="310915"/>
                    </a:moveTo>
                    <a:lnTo>
                      <a:pt x="7339301" y="657591"/>
                    </a:lnTo>
                    <a:lnTo>
                      <a:pt x="3246700" y="657591"/>
                    </a:lnTo>
                    <a:lnTo>
                      <a:pt x="3409006" y="346676"/>
                    </a:lnTo>
                    <a:lnTo>
                      <a:pt x="94486" y="346676"/>
                    </a:lnTo>
                    <a:lnTo>
                      <a:pt x="0" y="0"/>
                    </a:lnTo>
                    <a:lnTo>
                      <a:pt x="3838771" y="0"/>
                    </a:lnTo>
                    <a:lnTo>
                      <a:pt x="3676465" y="31091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A1E85CEF-3AFD-44D9-9E81-DBD755E9C0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1626" y="6051458"/>
              <a:ext cx="1243271" cy="442052"/>
            </a:xfrm>
            <a:prstGeom prst="rect">
              <a:avLst/>
            </a:prstGeom>
          </p:spPr>
        </p:pic>
      </p:grpSp>
      <p:sp>
        <p:nvSpPr>
          <p:cNvPr id="12" name="Рисунок 8">
            <a:extLst>
              <a:ext uri="{FF2B5EF4-FFF2-40B4-BE49-F238E27FC236}">
                <a16:creationId xmlns:a16="http://schemas.microsoft.com/office/drawing/2014/main" id="{D154F4A3-1109-41AE-9634-3AB08053B12E}"/>
              </a:ext>
            </a:extLst>
          </p:cNvPr>
          <p:cNvSpPr>
            <a:spLocks noChangeAspect="1"/>
          </p:cNvSpPr>
          <p:nvPr userDrawn="1"/>
        </p:nvSpPr>
        <p:spPr>
          <a:xfrm>
            <a:off x="407103" y="6050926"/>
            <a:ext cx="1122292" cy="439105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975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5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E240155-307A-44FE-A5A7-DE3EF3FC0E73}"/>
              </a:ext>
            </a:extLst>
          </p:cNvPr>
          <p:cNvGrpSpPr/>
          <p:nvPr userDrawn="1"/>
        </p:nvGrpSpPr>
        <p:grpSpPr>
          <a:xfrm>
            <a:off x="18130" y="5667048"/>
            <a:ext cx="12352174" cy="2007756"/>
            <a:chOff x="18130" y="5667048"/>
            <a:chExt cx="12352174" cy="2007756"/>
          </a:xfrm>
        </p:grpSpPr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C62F4CB5-3C05-4A38-9311-39751F759083}"/>
                </a:ext>
              </a:extLst>
            </p:cNvPr>
            <p:cNvSpPr/>
            <p:nvPr userDrawn="1"/>
          </p:nvSpPr>
          <p:spPr>
            <a:xfrm rot="21134156">
              <a:off x="18130" y="5667048"/>
              <a:ext cx="12352174" cy="2007756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4942393 w 12352174"/>
                <a:gd name="connsiteY2" fmla="*/ 657591 h 2007756"/>
                <a:gd name="connsiteX3" fmla="*/ 5175025 w 12352174"/>
                <a:gd name="connsiteY3" fmla="*/ 346676 h 2007756"/>
                <a:gd name="connsiteX4" fmla="*/ 0 w 12352174"/>
                <a:gd name="connsiteY4" fmla="*/ 346676 h 2007756"/>
                <a:gd name="connsiteX5" fmla="*/ 47268 w 12352174"/>
                <a:gd name="connsiteY5" fmla="*/ 0 h 2007756"/>
                <a:gd name="connsiteX6" fmla="*/ 5791008 w 12352174"/>
                <a:gd name="connsiteY6" fmla="*/ 0 h 2007756"/>
                <a:gd name="connsiteX7" fmla="*/ 5558375 w 12352174"/>
                <a:gd name="connsiteY7" fmla="*/ 310915 h 2007756"/>
                <a:gd name="connsiteX8" fmla="*/ 12352174 w 12352174"/>
                <a:gd name="connsiteY8" fmla="*/ 310915 h 2007756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4942393 w 12352174"/>
                <a:gd name="connsiteY2" fmla="*/ 657591 h 2007756"/>
                <a:gd name="connsiteX3" fmla="*/ 0 w 12352174"/>
                <a:gd name="connsiteY3" fmla="*/ 346676 h 2007756"/>
                <a:gd name="connsiteX4" fmla="*/ 47268 w 12352174"/>
                <a:gd name="connsiteY4" fmla="*/ 0 h 2007756"/>
                <a:gd name="connsiteX5" fmla="*/ 5791008 w 12352174"/>
                <a:gd name="connsiteY5" fmla="*/ 0 h 2007756"/>
                <a:gd name="connsiteX6" fmla="*/ 5558375 w 12352174"/>
                <a:gd name="connsiteY6" fmla="*/ 310915 h 2007756"/>
                <a:gd name="connsiteX7" fmla="*/ 12352174 w 12352174"/>
                <a:gd name="connsiteY7" fmla="*/ 310915 h 2007756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0 w 12352174"/>
                <a:gd name="connsiteY2" fmla="*/ 346676 h 2007756"/>
                <a:gd name="connsiteX3" fmla="*/ 47268 w 12352174"/>
                <a:gd name="connsiteY3" fmla="*/ 0 h 2007756"/>
                <a:gd name="connsiteX4" fmla="*/ 5791008 w 12352174"/>
                <a:gd name="connsiteY4" fmla="*/ 0 h 2007756"/>
                <a:gd name="connsiteX5" fmla="*/ 5558375 w 12352174"/>
                <a:gd name="connsiteY5" fmla="*/ 310915 h 2007756"/>
                <a:gd name="connsiteX6" fmla="*/ 12352174 w 12352174"/>
                <a:gd name="connsiteY6" fmla="*/ 310915 h 200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52174" h="2007756">
                  <a:moveTo>
                    <a:pt x="12352174" y="310915"/>
                  </a:moveTo>
                  <a:lnTo>
                    <a:pt x="12097454" y="200775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lnTo>
                    <a:pt x="12352174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872A7030-F62E-49CC-8533-8E67E9A279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38852" y="6050786"/>
              <a:ext cx="1245161" cy="442724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Рисунок 8">
            <a:extLst>
              <a:ext uri="{FF2B5EF4-FFF2-40B4-BE49-F238E27FC236}">
                <a16:creationId xmlns:a16="http://schemas.microsoft.com/office/drawing/2014/main" id="{DF68E0E0-CCE6-4F24-9A2B-040D35C6778B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824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6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ABECEDE-9714-4FC3-A8F9-902B988525FF}"/>
              </a:ext>
            </a:extLst>
          </p:cNvPr>
          <p:cNvGrpSpPr/>
          <p:nvPr userDrawn="1"/>
        </p:nvGrpSpPr>
        <p:grpSpPr>
          <a:xfrm>
            <a:off x="-73070" y="5155182"/>
            <a:ext cx="12352174" cy="1702818"/>
            <a:chOff x="-73070" y="5155182"/>
            <a:chExt cx="12352174" cy="1702818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79BADA6F-3CFB-4CC2-915D-09BC42C4632D}"/>
                </a:ext>
              </a:extLst>
            </p:cNvPr>
            <p:cNvGrpSpPr/>
            <p:nvPr userDrawn="1"/>
          </p:nvGrpSpPr>
          <p:grpSpPr>
            <a:xfrm>
              <a:off x="-73070" y="5155182"/>
              <a:ext cx="12352174" cy="1702818"/>
              <a:chOff x="-73070" y="5155182"/>
              <a:chExt cx="12352174" cy="1702818"/>
            </a:xfrm>
          </p:grpSpPr>
          <p:sp>
            <p:nvSpPr>
              <p:cNvPr id="10" name="Прямоугольный треугольник 9">
                <a:extLst>
                  <a:ext uri="{FF2B5EF4-FFF2-40B4-BE49-F238E27FC236}">
                    <a16:creationId xmlns:a16="http://schemas.microsoft.com/office/drawing/2014/main" id="{95228533-7728-4F82-9267-C44A574E21F4}"/>
                  </a:ext>
                </a:extLst>
              </p:cNvPr>
              <p:cNvSpPr/>
              <p:nvPr userDrawn="1"/>
            </p:nvSpPr>
            <p:spPr>
              <a:xfrm flipH="1">
                <a:off x="-60871" y="5155182"/>
                <a:ext cx="12252871" cy="1702818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Полилиния: фигура 10">
                <a:extLst>
                  <a:ext uri="{FF2B5EF4-FFF2-40B4-BE49-F238E27FC236}">
                    <a16:creationId xmlns:a16="http://schemas.microsoft.com/office/drawing/2014/main" id="{C62F4CB5-3C05-4A38-9311-39751F759083}"/>
                  </a:ext>
                </a:extLst>
              </p:cNvPr>
              <p:cNvSpPr/>
              <p:nvPr userDrawn="1"/>
            </p:nvSpPr>
            <p:spPr>
              <a:xfrm rot="21134156">
                <a:off x="-73070" y="5673236"/>
                <a:ext cx="12352174" cy="657591"/>
              </a:xfrm>
              <a:custGeom>
                <a:avLst/>
                <a:gdLst>
                  <a:gd name="connsiteX0" fmla="*/ 12352174 w 12352174"/>
                  <a:gd name="connsiteY0" fmla="*/ 310915 h 657591"/>
                  <a:gd name="connsiteX1" fmla="*/ 12304906 w 12352174"/>
                  <a:gd name="connsiteY1" fmla="*/ 657591 h 657591"/>
                  <a:gd name="connsiteX2" fmla="*/ 4942393 w 12352174"/>
                  <a:gd name="connsiteY2" fmla="*/ 657591 h 657591"/>
                  <a:gd name="connsiteX3" fmla="*/ 5175025 w 12352174"/>
                  <a:gd name="connsiteY3" fmla="*/ 346676 h 657591"/>
                  <a:gd name="connsiteX4" fmla="*/ 0 w 12352174"/>
                  <a:gd name="connsiteY4" fmla="*/ 346676 h 657591"/>
                  <a:gd name="connsiteX5" fmla="*/ 47268 w 12352174"/>
                  <a:gd name="connsiteY5" fmla="*/ 0 h 657591"/>
                  <a:gd name="connsiteX6" fmla="*/ 5791008 w 12352174"/>
                  <a:gd name="connsiteY6" fmla="*/ 0 h 657591"/>
                  <a:gd name="connsiteX7" fmla="*/ 5558375 w 12352174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52174" h="657591">
                    <a:moveTo>
                      <a:pt x="12352174" y="310915"/>
                    </a:moveTo>
                    <a:lnTo>
                      <a:pt x="12304906" y="657591"/>
                    </a:lnTo>
                    <a:lnTo>
                      <a:pt x="4942393" y="657591"/>
                    </a:lnTo>
                    <a:lnTo>
                      <a:pt x="5175025" y="346676"/>
                    </a:lnTo>
                    <a:lnTo>
                      <a:pt x="0" y="346676"/>
                    </a:lnTo>
                    <a:lnTo>
                      <a:pt x="47268" y="0"/>
                    </a:lnTo>
                    <a:lnTo>
                      <a:pt x="5791008" y="0"/>
                    </a:lnTo>
                    <a:lnTo>
                      <a:pt x="5558375" y="31091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38166DAC-9739-4A79-A2D4-A389E4A59A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757" y="6051459"/>
              <a:ext cx="1243270" cy="442051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Рисунок 8">
            <a:extLst>
              <a:ext uri="{FF2B5EF4-FFF2-40B4-BE49-F238E27FC236}">
                <a16:creationId xmlns:a16="http://schemas.microsoft.com/office/drawing/2014/main" id="{DF68E0E0-CCE6-4F24-9A2B-040D35C6778B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930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7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CE3F071-0E49-42BB-A079-6305439EC8B9}"/>
              </a:ext>
            </a:extLst>
          </p:cNvPr>
          <p:cNvGrpSpPr/>
          <p:nvPr userDrawn="1"/>
        </p:nvGrpSpPr>
        <p:grpSpPr>
          <a:xfrm>
            <a:off x="-74431" y="5155182"/>
            <a:ext cx="12352174" cy="1702818"/>
            <a:chOff x="-74431" y="5155182"/>
            <a:chExt cx="12352174" cy="1702818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D155F587-4698-4E0D-B763-2E837A0E66BC}"/>
                </a:ext>
              </a:extLst>
            </p:cNvPr>
            <p:cNvGrpSpPr/>
            <p:nvPr userDrawn="1"/>
          </p:nvGrpSpPr>
          <p:grpSpPr>
            <a:xfrm>
              <a:off x="-74431" y="5155182"/>
              <a:ext cx="12352174" cy="1702818"/>
              <a:chOff x="-73070" y="5155182"/>
              <a:chExt cx="12352174" cy="1702818"/>
            </a:xfrm>
          </p:grpSpPr>
          <p:sp>
            <p:nvSpPr>
              <p:cNvPr id="10" name="Прямоугольный треугольник 9">
                <a:extLst>
                  <a:ext uri="{FF2B5EF4-FFF2-40B4-BE49-F238E27FC236}">
                    <a16:creationId xmlns:a16="http://schemas.microsoft.com/office/drawing/2014/main" id="{95228533-7728-4F82-9267-C44A574E21F4}"/>
                  </a:ext>
                </a:extLst>
              </p:cNvPr>
              <p:cNvSpPr/>
              <p:nvPr userDrawn="1"/>
            </p:nvSpPr>
            <p:spPr>
              <a:xfrm flipH="1">
                <a:off x="-60871" y="5155182"/>
                <a:ext cx="12252871" cy="1702818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Полилиния: фигура 10">
                <a:extLst>
                  <a:ext uri="{FF2B5EF4-FFF2-40B4-BE49-F238E27FC236}">
                    <a16:creationId xmlns:a16="http://schemas.microsoft.com/office/drawing/2014/main" id="{C62F4CB5-3C05-4A38-9311-39751F759083}"/>
                  </a:ext>
                </a:extLst>
              </p:cNvPr>
              <p:cNvSpPr/>
              <p:nvPr userDrawn="1"/>
            </p:nvSpPr>
            <p:spPr>
              <a:xfrm rot="21134156">
                <a:off x="-73070" y="5673236"/>
                <a:ext cx="12352174" cy="657591"/>
              </a:xfrm>
              <a:custGeom>
                <a:avLst/>
                <a:gdLst>
                  <a:gd name="connsiteX0" fmla="*/ 12352174 w 12352174"/>
                  <a:gd name="connsiteY0" fmla="*/ 310915 h 657591"/>
                  <a:gd name="connsiteX1" fmla="*/ 12304906 w 12352174"/>
                  <a:gd name="connsiteY1" fmla="*/ 657591 h 657591"/>
                  <a:gd name="connsiteX2" fmla="*/ 4942393 w 12352174"/>
                  <a:gd name="connsiteY2" fmla="*/ 657591 h 657591"/>
                  <a:gd name="connsiteX3" fmla="*/ 5175025 w 12352174"/>
                  <a:gd name="connsiteY3" fmla="*/ 346676 h 657591"/>
                  <a:gd name="connsiteX4" fmla="*/ 0 w 12352174"/>
                  <a:gd name="connsiteY4" fmla="*/ 346676 h 657591"/>
                  <a:gd name="connsiteX5" fmla="*/ 47268 w 12352174"/>
                  <a:gd name="connsiteY5" fmla="*/ 0 h 657591"/>
                  <a:gd name="connsiteX6" fmla="*/ 5791008 w 12352174"/>
                  <a:gd name="connsiteY6" fmla="*/ 0 h 657591"/>
                  <a:gd name="connsiteX7" fmla="*/ 5558375 w 12352174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52174" h="657591">
                    <a:moveTo>
                      <a:pt x="12352174" y="310915"/>
                    </a:moveTo>
                    <a:lnTo>
                      <a:pt x="12304906" y="657591"/>
                    </a:lnTo>
                    <a:lnTo>
                      <a:pt x="4942393" y="657591"/>
                    </a:lnTo>
                    <a:lnTo>
                      <a:pt x="5175025" y="346676"/>
                    </a:lnTo>
                    <a:lnTo>
                      <a:pt x="0" y="346676"/>
                    </a:lnTo>
                    <a:lnTo>
                      <a:pt x="47268" y="0"/>
                    </a:lnTo>
                    <a:lnTo>
                      <a:pt x="5791008" y="0"/>
                    </a:lnTo>
                    <a:lnTo>
                      <a:pt x="5558375" y="31091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E06F9B59-95FA-4399-9F95-824648C4DE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1626" y="6051458"/>
              <a:ext cx="1243271" cy="442052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Рисунок 8">
            <a:extLst>
              <a:ext uri="{FF2B5EF4-FFF2-40B4-BE49-F238E27FC236}">
                <a16:creationId xmlns:a16="http://schemas.microsoft.com/office/drawing/2014/main" id="{152E5AC4-18C8-4B09-8F04-34C73FBD8E02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748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8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Рисунок 8">
            <a:extLst>
              <a:ext uri="{FF2B5EF4-FFF2-40B4-BE49-F238E27FC236}">
                <a16:creationId xmlns:a16="http://schemas.microsoft.com/office/drawing/2014/main" id="{79552671-CA81-4183-BAB8-5971BA8F5D72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6003594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4676701-0683-4AD3-8F55-4E6D314766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0365" y="333375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94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9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D7C454F2-15FD-4DCD-8357-94849F3CDD5A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6003594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4988AE-D942-45AD-B3B4-4580B81F15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74" y="6003760"/>
            <a:ext cx="1377889" cy="4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983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10_Титул 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Рисунок 8">
            <a:extLst>
              <a:ext uri="{FF2B5EF4-FFF2-40B4-BE49-F238E27FC236}">
                <a16:creationId xmlns:a16="http://schemas.microsoft.com/office/drawing/2014/main" id="{79552671-CA81-4183-BAB8-5971BA8F5D72}"/>
              </a:ext>
            </a:extLst>
          </p:cNvPr>
          <p:cNvSpPr>
            <a:spLocks noChangeAspect="1"/>
          </p:cNvSpPr>
          <p:nvPr userDrawn="1"/>
        </p:nvSpPr>
        <p:spPr>
          <a:xfrm>
            <a:off x="10543296" y="340397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05B1F0-7B5D-4952-831C-6ABE6D465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340397"/>
            <a:ext cx="1379534" cy="49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1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20_Титул Заголовок 1 стр и Подзаг">
    <p:bg>
      <p:bgPr>
        <a:gradFill flip="none" rotWithShape="1">
          <a:gsLst>
            <a:gs pos="0">
              <a:schemeClr val="accent2">
                <a:lumMod val="60000"/>
                <a:lumOff val="40000"/>
              </a:schemeClr>
            </a:gs>
            <a:gs pos="100000">
              <a:schemeClr val="bg1"/>
            </a:gs>
            <a:gs pos="5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F8F33503-DA33-4F17-9651-583E583094DC}"/>
              </a:ext>
            </a:extLst>
          </p:cNvPr>
          <p:cNvSpPr>
            <a:spLocks noChangeAspect="1"/>
          </p:cNvSpPr>
          <p:nvPr userDrawn="1"/>
        </p:nvSpPr>
        <p:spPr>
          <a:xfrm>
            <a:off x="407988" y="6003594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264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21_Титул Заголовок 1 стр и Подзаг">
    <p:bg>
      <p:bgPr>
        <a:gradFill flip="none" rotWithShape="1">
          <a:gsLst>
            <a:gs pos="0">
              <a:schemeClr val="accent2">
                <a:lumMod val="60000"/>
                <a:lumOff val="40000"/>
              </a:schemeClr>
            </a:gs>
            <a:gs pos="100000">
              <a:schemeClr val="bg1"/>
            </a:gs>
            <a:gs pos="5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F8F33503-DA33-4F17-9651-583E583094DC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6003594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F089723-2575-4C29-B3BE-7E54312ACF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852" y="333375"/>
            <a:ext cx="1245161" cy="4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10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22_Титул Заголовок 1 стр и Подзаг">
    <p:bg>
      <p:bgPr>
        <a:gradFill flip="none" rotWithShape="1">
          <a:gsLst>
            <a:gs pos="0">
              <a:schemeClr val="accent2">
                <a:lumMod val="60000"/>
                <a:lumOff val="40000"/>
              </a:schemeClr>
            </a:gs>
            <a:gs pos="100000">
              <a:schemeClr val="bg1"/>
            </a:gs>
            <a:gs pos="5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F8F33503-DA33-4F17-9651-583E583094DC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6003594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730A90-02F5-4A6D-AD22-80EEDAF0F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069" y="6002168"/>
            <a:ext cx="1386523" cy="49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23_Титул Заголовок 1 стр и Подзаг">
    <p:bg>
      <p:bgPr>
        <a:gradFill flip="none" rotWithShape="1">
          <a:gsLst>
            <a:gs pos="0">
              <a:schemeClr val="accent2">
                <a:lumMod val="60000"/>
                <a:lumOff val="40000"/>
              </a:schemeClr>
            </a:gs>
            <a:gs pos="100000">
              <a:schemeClr val="bg1"/>
            </a:gs>
            <a:gs pos="5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575510"/>
            <a:ext cx="9144000" cy="740203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F8F33503-DA33-4F17-9651-583E583094DC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335280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A8F7C4-22EC-4E8D-A521-E9B0F7716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333375"/>
            <a:ext cx="1387550" cy="4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53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_Титул Заголовок 1 ст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884200"/>
            <a:ext cx="10515600" cy="740203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535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._Титул Заголовок 1 стр">
    <p:bg>
      <p:bgPr>
        <a:gradFill>
          <a:gsLst>
            <a:gs pos="100000">
              <a:schemeClr val="bg1"/>
            </a:gs>
            <a:gs pos="0">
              <a:schemeClr val="accent2">
                <a:lumMod val="60000"/>
                <a:lumOff val="40000"/>
              </a:schemeClr>
            </a:gs>
            <a:gs pos="50000">
              <a:schemeClr val="accent1">
                <a:lumMod val="60000"/>
                <a:lumOff val="4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884200"/>
            <a:ext cx="10515600" cy="740203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48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_Титул Заголовок 2 ст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476915"/>
            <a:ext cx="10515600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540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3._Титул Заголовок 2 ст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476915"/>
            <a:ext cx="10515600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78686369-6275-4E9B-BEE4-7DAB4B679715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0684138-9C91-4EBC-B891-C2D6BBEF0A6F}"/>
              </a:ext>
            </a:extLst>
          </p:cNvPr>
          <p:cNvGrpSpPr/>
          <p:nvPr userDrawn="1"/>
        </p:nvGrpSpPr>
        <p:grpSpPr>
          <a:xfrm>
            <a:off x="9633338" y="-251061"/>
            <a:ext cx="2558658" cy="7339301"/>
            <a:chOff x="9633338" y="-251061"/>
            <a:chExt cx="2558658" cy="7339301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80983A7F-BAD7-4E20-A3DD-9E18F7266BFF}"/>
                </a:ext>
              </a:extLst>
            </p:cNvPr>
            <p:cNvGrpSpPr/>
            <p:nvPr userDrawn="1"/>
          </p:nvGrpSpPr>
          <p:grpSpPr>
            <a:xfrm>
              <a:off x="9633338" y="-251061"/>
              <a:ext cx="2558658" cy="7339301"/>
              <a:chOff x="9633338" y="-251061"/>
              <a:chExt cx="2558658" cy="7339301"/>
            </a:xfrm>
          </p:grpSpPr>
          <p:sp>
            <p:nvSpPr>
              <p:cNvPr id="15" name="Прямоугольный треугольник 14">
                <a:extLst>
                  <a:ext uri="{FF2B5EF4-FFF2-40B4-BE49-F238E27FC236}">
                    <a16:creationId xmlns:a16="http://schemas.microsoft.com/office/drawing/2014/main" id="{892EF195-9ABF-44AE-A751-9695DC33FBEF}"/>
                  </a:ext>
                </a:extLst>
              </p:cNvPr>
              <p:cNvSpPr/>
              <p:nvPr userDrawn="1"/>
            </p:nvSpPr>
            <p:spPr>
              <a:xfrm flipH="1">
                <a:off x="9633338" y="-164007"/>
                <a:ext cx="2558658" cy="7022007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25C88D4F-E7DC-404A-97A5-1F15E256ECB1}"/>
                  </a:ext>
                </a:extLst>
              </p:cNvPr>
              <p:cNvSpPr/>
              <p:nvPr userDrawn="1"/>
            </p:nvSpPr>
            <p:spPr>
              <a:xfrm rot="17114731">
                <a:off x="7224207" y="3089794"/>
                <a:ext cx="7339301" cy="657591"/>
              </a:xfrm>
              <a:custGeom>
                <a:avLst/>
                <a:gdLst>
                  <a:gd name="connsiteX0" fmla="*/ 7244815 w 7339301"/>
                  <a:gd name="connsiteY0" fmla="*/ 310915 h 657591"/>
                  <a:gd name="connsiteX1" fmla="*/ 7339301 w 7339301"/>
                  <a:gd name="connsiteY1" fmla="*/ 657591 h 657591"/>
                  <a:gd name="connsiteX2" fmla="*/ 3246700 w 7339301"/>
                  <a:gd name="connsiteY2" fmla="*/ 657591 h 657591"/>
                  <a:gd name="connsiteX3" fmla="*/ 3409006 w 7339301"/>
                  <a:gd name="connsiteY3" fmla="*/ 346676 h 657591"/>
                  <a:gd name="connsiteX4" fmla="*/ 94486 w 7339301"/>
                  <a:gd name="connsiteY4" fmla="*/ 346676 h 657591"/>
                  <a:gd name="connsiteX5" fmla="*/ 0 w 7339301"/>
                  <a:gd name="connsiteY5" fmla="*/ 0 h 657591"/>
                  <a:gd name="connsiteX6" fmla="*/ 3838771 w 7339301"/>
                  <a:gd name="connsiteY6" fmla="*/ 0 h 657591"/>
                  <a:gd name="connsiteX7" fmla="*/ 3676465 w 7339301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339301" h="657591">
                    <a:moveTo>
                      <a:pt x="7244815" y="310915"/>
                    </a:moveTo>
                    <a:lnTo>
                      <a:pt x="7339301" y="657591"/>
                    </a:lnTo>
                    <a:lnTo>
                      <a:pt x="3246700" y="657591"/>
                    </a:lnTo>
                    <a:lnTo>
                      <a:pt x="3409006" y="346676"/>
                    </a:lnTo>
                    <a:lnTo>
                      <a:pt x="94486" y="346676"/>
                    </a:lnTo>
                    <a:lnTo>
                      <a:pt x="0" y="0"/>
                    </a:lnTo>
                    <a:lnTo>
                      <a:pt x="3838771" y="0"/>
                    </a:lnTo>
                    <a:lnTo>
                      <a:pt x="3676465" y="31091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475F9C38-828C-43BE-BECA-DF51984F0A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1626" y="6051458"/>
              <a:ext cx="1243271" cy="442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3346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._Титул Заголовок 2 ст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476915"/>
            <a:ext cx="10515600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99398E81-B34C-4996-B9D4-EC948B540780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CE8D2125-9C61-40CC-925B-0DA87546146E}"/>
              </a:ext>
            </a:extLst>
          </p:cNvPr>
          <p:cNvGrpSpPr/>
          <p:nvPr userDrawn="1"/>
        </p:nvGrpSpPr>
        <p:grpSpPr>
          <a:xfrm>
            <a:off x="9629673" y="-251061"/>
            <a:ext cx="2558658" cy="7339301"/>
            <a:chOff x="9629673" y="-251061"/>
            <a:chExt cx="2558658" cy="7339301"/>
          </a:xfrm>
        </p:grpSpPr>
        <p:sp>
          <p:nvSpPr>
            <p:cNvPr id="16" name="Прямоугольный треугольник 15">
              <a:extLst>
                <a:ext uri="{FF2B5EF4-FFF2-40B4-BE49-F238E27FC236}">
                  <a16:creationId xmlns:a16="http://schemas.microsoft.com/office/drawing/2014/main" id="{20131E05-5679-404E-8B26-295FCC969B7C}"/>
                </a:ext>
              </a:extLst>
            </p:cNvPr>
            <p:cNvSpPr/>
            <p:nvPr userDrawn="1"/>
          </p:nvSpPr>
          <p:spPr>
            <a:xfrm flipH="1">
              <a:off x="9629673" y="-164007"/>
              <a:ext cx="2558658" cy="7022007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9A2C9BB8-E81C-450C-A08D-3BEDBDB9E8DD}"/>
                </a:ext>
              </a:extLst>
            </p:cNvPr>
            <p:cNvSpPr/>
            <p:nvPr/>
          </p:nvSpPr>
          <p:spPr>
            <a:xfrm rot="17114731">
              <a:off x="7220542" y="3089794"/>
              <a:ext cx="7339301" cy="657591"/>
            </a:xfrm>
            <a:custGeom>
              <a:avLst/>
              <a:gdLst>
                <a:gd name="connsiteX0" fmla="*/ 7244815 w 7339301"/>
                <a:gd name="connsiteY0" fmla="*/ 310915 h 657591"/>
                <a:gd name="connsiteX1" fmla="*/ 7339301 w 7339301"/>
                <a:gd name="connsiteY1" fmla="*/ 657591 h 657591"/>
                <a:gd name="connsiteX2" fmla="*/ 3246700 w 7339301"/>
                <a:gd name="connsiteY2" fmla="*/ 657591 h 657591"/>
                <a:gd name="connsiteX3" fmla="*/ 3409006 w 7339301"/>
                <a:gd name="connsiteY3" fmla="*/ 346676 h 657591"/>
                <a:gd name="connsiteX4" fmla="*/ 94486 w 7339301"/>
                <a:gd name="connsiteY4" fmla="*/ 346676 h 657591"/>
                <a:gd name="connsiteX5" fmla="*/ 0 w 7339301"/>
                <a:gd name="connsiteY5" fmla="*/ 0 h 657591"/>
                <a:gd name="connsiteX6" fmla="*/ 3838771 w 7339301"/>
                <a:gd name="connsiteY6" fmla="*/ 0 h 657591"/>
                <a:gd name="connsiteX7" fmla="*/ 3676465 w 7339301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9301" h="657591">
                  <a:moveTo>
                    <a:pt x="7244815" y="310915"/>
                  </a:moveTo>
                  <a:lnTo>
                    <a:pt x="7339301" y="657591"/>
                  </a:lnTo>
                  <a:lnTo>
                    <a:pt x="3246700" y="657591"/>
                  </a:lnTo>
                  <a:lnTo>
                    <a:pt x="3409006" y="346676"/>
                  </a:lnTo>
                  <a:lnTo>
                    <a:pt x="94486" y="346676"/>
                  </a:lnTo>
                  <a:lnTo>
                    <a:pt x="0" y="0"/>
                  </a:lnTo>
                  <a:lnTo>
                    <a:pt x="3838771" y="0"/>
                  </a:lnTo>
                  <a:lnTo>
                    <a:pt x="3676465" y="3109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B5B7A960-7BF3-4AF6-B968-F707167C6C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757" y="6051459"/>
              <a:ext cx="1243270" cy="4420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7247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._Титул Заголовок 2 ст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476915"/>
            <a:ext cx="10515600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Рисунок 8">
            <a:extLst>
              <a:ext uri="{FF2B5EF4-FFF2-40B4-BE49-F238E27FC236}">
                <a16:creationId xmlns:a16="http://schemas.microsoft.com/office/drawing/2014/main" id="{B42B450E-4B18-4289-9E9D-F948DA484A0A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F4347D7-F036-4C33-A2C6-CCC4B20265BB}"/>
              </a:ext>
            </a:extLst>
          </p:cNvPr>
          <p:cNvGrpSpPr/>
          <p:nvPr userDrawn="1"/>
        </p:nvGrpSpPr>
        <p:grpSpPr>
          <a:xfrm>
            <a:off x="10538852" y="-9651"/>
            <a:ext cx="2502840" cy="7339301"/>
            <a:chOff x="10538852" y="-9651"/>
            <a:chExt cx="2502840" cy="7339301"/>
          </a:xfrm>
        </p:grpSpPr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F00B0EA-1255-4A31-ACD2-932870587B65}"/>
                </a:ext>
              </a:extLst>
            </p:cNvPr>
            <p:cNvSpPr/>
            <p:nvPr userDrawn="1"/>
          </p:nvSpPr>
          <p:spPr>
            <a:xfrm rot="17114731">
              <a:off x="8125192" y="2413150"/>
              <a:ext cx="7339301" cy="2493699"/>
            </a:xfrm>
            <a:custGeom>
              <a:avLst/>
              <a:gdLst>
                <a:gd name="connsiteX0" fmla="*/ 7244815 w 7339301"/>
                <a:gd name="connsiteY0" fmla="*/ 310915 h 657591"/>
                <a:gd name="connsiteX1" fmla="*/ 7339301 w 7339301"/>
                <a:gd name="connsiteY1" fmla="*/ 657591 h 657591"/>
                <a:gd name="connsiteX2" fmla="*/ 3246700 w 7339301"/>
                <a:gd name="connsiteY2" fmla="*/ 657591 h 657591"/>
                <a:gd name="connsiteX3" fmla="*/ 3409006 w 7339301"/>
                <a:gd name="connsiteY3" fmla="*/ 346676 h 657591"/>
                <a:gd name="connsiteX4" fmla="*/ 94486 w 7339301"/>
                <a:gd name="connsiteY4" fmla="*/ 346676 h 657591"/>
                <a:gd name="connsiteX5" fmla="*/ 0 w 7339301"/>
                <a:gd name="connsiteY5" fmla="*/ 0 h 657591"/>
                <a:gd name="connsiteX6" fmla="*/ 3838771 w 7339301"/>
                <a:gd name="connsiteY6" fmla="*/ 0 h 657591"/>
                <a:gd name="connsiteX7" fmla="*/ 3676465 w 7339301"/>
                <a:gd name="connsiteY7" fmla="*/ 310915 h 657591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3409006 w 7339301"/>
                <a:gd name="connsiteY3" fmla="*/ 346676 h 2523107"/>
                <a:gd name="connsiteX4" fmla="*/ 94486 w 7339301"/>
                <a:gd name="connsiteY4" fmla="*/ 346676 h 2523107"/>
                <a:gd name="connsiteX5" fmla="*/ 0 w 7339301"/>
                <a:gd name="connsiteY5" fmla="*/ 0 h 2523107"/>
                <a:gd name="connsiteX6" fmla="*/ 3838771 w 7339301"/>
                <a:gd name="connsiteY6" fmla="*/ 0 h 2523107"/>
                <a:gd name="connsiteX7" fmla="*/ 3676465 w 7339301"/>
                <a:gd name="connsiteY7" fmla="*/ 310915 h 2523107"/>
                <a:gd name="connsiteX8" fmla="*/ 7244815 w 7339301"/>
                <a:gd name="connsiteY8" fmla="*/ 310915 h 2523107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94486 w 7339301"/>
                <a:gd name="connsiteY3" fmla="*/ 346676 h 2523107"/>
                <a:gd name="connsiteX4" fmla="*/ 0 w 7339301"/>
                <a:gd name="connsiteY4" fmla="*/ 0 h 2523107"/>
                <a:gd name="connsiteX5" fmla="*/ 3838771 w 7339301"/>
                <a:gd name="connsiteY5" fmla="*/ 0 h 2523107"/>
                <a:gd name="connsiteX6" fmla="*/ 3676465 w 7339301"/>
                <a:gd name="connsiteY6" fmla="*/ 310915 h 2523107"/>
                <a:gd name="connsiteX7" fmla="*/ 7244815 w 7339301"/>
                <a:gd name="connsiteY7" fmla="*/ 310915 h 2523107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94486 w 7339301"/>
                <a:gd name="connsiteY3" fmla="*/ 346676 h 2523107"/>
                <a:gd name="connsiteX4" fmla="*/ 0 w 7339301"/>
                <a:gd name="connsiteY4" fmla="*/ 0 h 2523107"/>
                <a:gd name="connsiteX5" fmla="*/ 3838771 w 7339301"/>
                <a:gd name="connsiteY5" fmla="*/ 0 h 2523107"/>
                <a:gd name="connsiteX6" fmla="*/ 3676465 w 7339301"/>
                <a:gd name="connsiteY6" fmla="*/ 310915 h 2523107"/>
                <a:gd name="connsiteX7" fmla="*/ 7244815 w 7339301"/>
                <a:gd name="connsiteY7" fmla="*/ 310915 h 2523107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9301" h="2493699">
                  <a:moveTo>
                    <a:pt x="7244815" y="310915"/>
                  </a:moveTo>
                  <a:lnTo>
                    <a:pt x="7339301" y="657591"/>
                  </a:lnTo>
                  <a:lnTo>
                    <a:pt x="682722" y="2493699"/>
                  </a:lnTo>
                  <a:lnTo>
                    <a:pt x="94486" y="346676"/>
                  </a:lnTo>
                  <a:lnTo>
                    <a:pt x="0" y="0"/>
                  </a:lnTo>
                  <a:lnTo>
                    <a:pt x="3838771" y="0"/>
                  </a:lnTo>
                  <a:lnTo>
                    <a:pt x="3676465" y="310915"/>
                  </a:lnTo>
                  <a:lnTo>
                    <a:pt x="7244815" y="3109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2629A006-FE49-4083-83CA-0DC375FE3B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38852" y="6050786"/>
              <a:ext cx="1245161" cy="442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444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._Титул Заголовок 2 ст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F4FC86AC-8A5A-4098-8114-AE0A2BF841CA}"/>
              </a:ext>
            </a:extLst>
          </p:cNvPr>
          <p:cNvGrpSpPr/>
          <p:nvPr userDrawn="1"/>
        </p:nvGrpSpPr>
        <p:grpSpPr>
          <a:xfrm>
            <a:off x="-74431" y="5155182"/>
            <a:ext cx="12352174" cy="1702818"/>
            <a:chOff x="-74431" y="5155182"/>
            <a:chExt cx="12352174" cy="1702818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12D139B0-D1EA-4BF0-9A38-1022C349D000}"/>
                </a:ext>
              </a:extLst>
            </p:cNvPr>
            <p:cNvGrpSpPr/>
            <p:nvPr userDrawn="1"/>
          </p:nvGrpSpPr>
          <p:grpSpPr>
            <a:xfrm>
              <a:off x="-74431" y="5155182"/>
              <a:ext cx="12352174" cy="1702818"/>
              <a:chOff x="-73070" y="5155182"/>
              <a:chExt cx="12352174" cy="1702818"/>
            </a:xfrm>
          </p:grpSpPr>
          <p:sp>
            <p:nvSpPr>
              <p:cNvPr id="15" name="Прямоугольный треугольник 14">
                <a:extLst>
                  <a:ext uri="{FF2B5EF4-FFF2-40B4-BE49-F238E27FC236}">
                    <a16:creationId xmlns:a16="http://schemas.microsoft.com/office/drawing/2014/main" id="{45D5B30F-E2B6-44DE-A810-AD4794F4FF1E}"/>
                  </a:ext>
                </a:extLst>
              </p:cNvPr>
              <p:cNvSpPr/>
              <p:nvPr userDrawn="1"/>
            </p:nvSpPr>
            <p:spPr>
              <a:xfrm flipH="1">
                <a:off x="-60871" y="5155182"/>
                <a:ext cx="12252871" cy="1702818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AF0FFB3A-B5FE-41AE-9C1F-86461605DE89}"/>
                  </a:ext>
                </a:extLst>
              </p:cNvPr>
              <p:cNvSpPr/>
              <p:nvPr userDrawn="1"/>
            </p:nvSpPr>
            <p:spPr>
              <a:xfrm rot="21134156">
                <a:off x="-73070" y="5673236"/>
                <a:ext cx="12352174" cy="657591"/>
              </a:xfrm>
              <a:custGeom>
                <a:avLst/>
                <a:gdLst>
                  <a:gd name="connsiteX0" fmla="*/ 12352174 w 12352174"/>
                  <a:gd name="connsiteY0" fmla="*/ 310915 h 657591"/>
                  <a:gd name="connsiteX1" fmla="*/ 12304906 w 12352174"/>
                  <a:gd name="connsiteY1" fmla="*/ 657591 h 657591"/>
                  <a:gd name="connsiteX2" fmla="*/ 4942393 w 12352174"/>
                  <a:gd name="connsiteY2" fmla="*/ 657591 h 657591"/>
                  <a:gd name="connsiteX3" fmla="*/ 5175025 w 12352174"/>
                  <a:gd name="connsiteY3" fmla="*/ 346676 h 657591"/>
                  <a:gd name="connsiteX4" fmla="*/ 0 w 12352174"/>
                  <a:gd name="connsiteY4" fmla="*/ 346676 h 657591"/>
                  <a:gd name="connsiteX5" fmla="*/ 47268 w 12352174"/>
                  <a:gd name="connsiteY5" fmla="*/ 0 h 657591"/>
                  <a:gd name="connsiteX6" fmla="*/ 5791008 w 12352174"/>
                  <a:gd name="connsiteY6" fmla="*/ 0 h 657591"/>
                  <a:gd name="connsiteX7" fmla="*/ 5558375 w 12352174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52174" h="657591">
                    <a:moveTo>
                      <a:pt x="12352174" y="310915"/>
                    </a:moveTo>
                    <a:lnTo>
                      <a:pt x="12304906" y="657591"/>
                    </a:lnTo>
                    <a:lnTo>
                      <a:pt x="4942393" y="657591"/>
                    </a:lnTo>
                    <a:lnTo>
                      <a:pt x="5175025" y="346676"/>
                    </a:lnTo>
                    <a:lnTo>
                      <a:pt x="0" y="346676"/>
                    </a:lnTo>
                    <a:lnTo>
                      <a:pt x="47268" y="0"/>
                    </a:lnTo>
                    <a:lnTo>
                      <a:pt x="5791008" y="0"/>
                    </a:lnTo>
                    <a:lnTo>
                      <a:pt x="5558375" y="31091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F5206B9C-1FEC-4413-A0D8-D8D404037D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1626" y="6051458"/>
              <a:ext cx="1243271" cy="442052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476915"/>
            <a:ext cx="10515600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11" name="Рисунок 8">
            <a:extLst>
              <a:ext uri="{FF2B5EF4-FFF2-40B4-BE49-F238E27FC236}">
                <a16:creationId xmlns:a16="http://schemas.microsoft.com/office/drawing/2014/main" id="{03348996-1A57-4967-B44A-746C4F2D7CC5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520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._Титул Заголовок 2 ст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1882E96-BCFC-4994-A5A9-22F2026B41BC}"/>
              </a:ext>
            </a:extLst>
          </p:cNvPr>
          <p:cNvGrpSpPr/>
          <p:nvPr userDrawn="1"/>
        </p:nvGrpSpPr>
        <p:grpSpPr>
          <a:xfrm>
            <a:off x="-73070" y="5155182"/>
            <a:ext cx="12352174" cy="1702818"/>
            <a:chOff x="-73070" y="5155182"/>
            <a:chExt cx="12352174" cy="1702818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0EDDE9E2-5C3A-4A22-BA84-18CE981A2591}"/>
                </a:ext>
              </a:extLst>
            </p:cNvPr>
            <p:cNvGrpSpPr/>
            <p:nvPr userDrawn="1"/>
          </p:nvGrpSpPr>
          <p:grpSpPr>
            <a:xfrm>
              <a:off x="-73070" y="5155182"/>
              <a:ext cx="12352174" cy="1702818"/>
              <a:chOff x="-73070" y="5155182"/>
              <a:chExt cx="12352174" cy="1702818"/>
            </a:xfrm>
          </p:grpSpPr>
          <p:sp>
            <p:nvSpPr>
              <p:cNvPr id="15" name="Прямоугольный треугольник 14">
                <a:extLst>
                  <a:ext uri="{FF2B5EF4-FFF2-40B4-BE49-F238E27FC236}">
                    <a16:creationId xmlns:a16="http://schemas.microsoft.com/office/drawing/2014/main" id="{D77BD90E-348C-4E3D-8D72-192194D38B3B}"/>
                  </a:ext>
                </a:extLst>
              </p:cNvPr>
              <p:cNvSpPr/>
              <p:nvPr userDrawn="1"/>
            </p:nvSpPr>
            <p:spPr>
              <a:xfrm flipH="1">
                <a:off x="-60871" y="5155182"/>
                <a:ext cx="12252871" cy="1702818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FF30B16-FBFD-4490-9393-E4AE49777FD7}"/>
                  </a:ext>
                </a:extLst>
              </p:cNvPr>
              <p:cNvSpPr/>
              <p:nvPr userDrawn="1"/>
            </p:nvSpPr>
            <p:spPr>
              <a:xfrm rot="21134156">
                <a:off x="-73070" y="5673236"/>
                <a:ext cx="12352174" cy="657591"/>
              </a:xfrm>
              <a:custGeom>
                <a:avLst/>
                <a:gdLst>
                  <a:gd name="connsiteX0" fmla="*/ 12352174 w 12352174"/>
                  <a:gd name="connsiteY0" fmla="*/ 310915 h 657591"/>
                  <a:gd name="connsiteX1" fmla="*/ 12304906 w 12352174"/>
                  <a:gd name="connsiteY1" fmla="*/ 657591 h 657591"/>
                  <a:gd name="connsiteX2" fmla="*/ 4942393 w 12352174"/>
                  <a:gd name="connsiteY2" fmla="*/ 657591 h 657591"/>
                  <a:gd name="connsiteX3" fmla="*/ 5175025 w 12352174"/>
                  <a:gd name="connsiteY3" fmla="*/ 346676 h 657591"/>
                  <a:gd name="connsiteX4" fmla="*/ 0 w 12352174"/>
                  <a:gd name="connsiteY4" fmla="*/ 346676 h 657591"/>
                  <a:gd name="connsiteX5" fmla="*/ 47268 w 12352174"/>
                  <a:gd name="connsiteY5" fmla="*/ 0 h 657591"/>
                  <a:gd name="connsiteX6" fmla="*/ 5791008 w 12352174"/>
                  <a:gd name="connsiteY6" fmla="*/ 0 h 657591"/>
                  <a:gd name="connsiteX7" fmla="*/ 5558375 w 12352174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52174" h="657591">
                    <a:moveTo>
                      <a:pt x="12352174" y="310915"/>
                    </a:moveTo>
                    <a:lnTo>
                      <a:pt x="12304906" y="657591"/>
                    </a:lnTo>
                    <a:lnTo>
                      <a:pt x="4942393" y="657591"/>
                    </a:lnTo>
                    <a:lnTo>
                      <a:pt x="5175025" y="346676"/>
                    </a:lnTo>
                    <a:lnTo>
                      <a:pt x="0" y="346676"/>
                    </a:lnTo>
                    <a:lnTo>
                      <a:pt x="47268" y="0"/>
                    </a:lnTo>
                    <a:lnTo>
                      <a:pt x="5791008" y="0"/>
                    </a:lnTo>
                    <a:lnTo>
                      <a:pt x="5558375" y="31091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646957B4-3AB0-4E70-91C3-64527DDC70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757" y="6051459"/>
              <a:ext cx="1243270" cy="442051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476915"/>
            <a:ext cx="10515600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11" name="Рисунок 8">
            <a:extLst>
              <a:ext uri="{FF2B5EF4-FFF2-40B4-BE49-F238E27FC236}">
                <a16:creationId xmlns:a16="http://schemas.microsoft.com/office/drawing/2014/main" id="{69A2C3CF-22EA-41AC-B393-81E3DB880DD3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378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3._Титул Заголовок 2 ст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289EF3F-C636-4AB3-80E2-6D2B8706287D}"/>
              </a:ext>
            </a:extLst>
          </p:cNvPr>
          <p:cNvGrpSpPr/>
          <p:nvPr userDrawn="1"/>
        </p:nvGrpSpPr>
        <p:grpSpPr>
          <a:xfrm>
            <a:off x="18130" y="5667048"/>
            <a:ext cx="12352174" cy="2007756"/>
            <a:chOff x="18130" y="5667048"/>
            <a:chExt cx="12352174" cy="2007756"/>
          </a:xfrm>
        </p:grpSpPr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2376157-37BD-4D81-B85F-9C422B7E4CC1}"/>
                </a:ext>
              </a:extLst>
            </p:cNvPr>
            <p:cNvSpPr/>
            <p:nvPr userDrawn="1"/>
          </p:nvSpPr>
          <p:spPr>
            <a:xfrm rot="21134156">
              <a:off x="18130" y="5667048"/>
              <a:ext cx="12352174" cy="2007756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4942393 w 12352174"/>
                <a:gd name="connsiteY2" fmla="*/ 657591 h 2007756"/>
                <a:gd name="connsiteX3" fmla="*/ 5175025 w 12352174"/>
                <a:gd name="connsiteY3" fmla="*/ 346676 h 2007756"/>
                <a:gd name="connsiteX4" fmla="*/ 0 w 12352174"/>
                <a:gd name="connsiteY4" fmla="*/ 346676 h 2007756"/>
                <a:gd name="connsiteX5" fmla="*/ 47268 w 12352174"/>
                <a:gd name="connsiteY5" fmla="*/ 0 h 2007756"/>
                <a:gd name="connsiteX6" fmla="*/ 5791008 w 12352174"/>
                <a:gd name="connsiteY6" fmla="*/ 0 h 2007756"/>
                <a:gd name="connsiteX7" fmla="*/ 5558375 w 12352174"/>
                <a:gd name="connsiteY7" fmla="*/ 310915 h 2007756"/>
                <a:gd name="connsiteX8" fmla="*/ 12352174 w 12352174"/>
                <a:gd name="connsiteY8" fmla="*/ 310915 h 2007756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4942393 w 12352174"/>
                <a:gd name="connsiteY2" fmla="*/ 657591 h 2007756"/>
                <a:gd name="connsiteX3" fmla="*/ 0 w 12352174"/>
                <a:gd name="connsiteY3" fmla="*/ 346676 h 2007756"/>
                <a:gd name="connsiteX4" fmla="*/ 47268 w 12352174"/>
                <a:gd name="connsiteY4" fmla="*/ 0 h 2007756"/>
                <a:gd name="connsiteX5" fmla="*/ 5791008 w 12352174"/>
                <a:gd name="connsiteY5" fmla="*/ 0 h 2007756"/>
                <a:gd name="connsiteX6" fmla="*/ 5558375 w 12352174"/>
                <a:gd name="connsiteY6" fmla="*/ 310915 h 2007756"/>
                <a:gd name="connsiteX7" fmla="*/ 12352174 w 12352174"/>
                <a:gd name="connsiteY7" fmla="*/ 310915 h 2007756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0 w 12352174"/>
                <a:gd name="connsiteY2" fmla="*/ 346676 h 2007756"/>
                <a:gd name="connsiteX3" fmla="*/ 47268 w 12352174"/>
                <a:gd name="connsiteY3" fmla="*/ 0 h 2007756"/>
                <a:gd name="connsiteX4" fmla="*/ 5791008 w 12352174"/>
                <a:gd name="connsiteY4" fmla="*/ 0 h 2007756"/>
                <a:gd name="connsiteX5" fmla="*/ 5558375 w 12352174"/>
                <a:gd name="connsiteY5" fmla="*/ 310915 h 2007756"/>
                <a:gd name="connsiteX6" fmla="*/ 12352174 w 12352174"/>
                <a:gd name="connsiteY6" fmla="*/ 310915 h 200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52174" h="2007756">
                  <a:moveTo>
                    <a:pt x="12352174" y="310915"/>
                  </a:moveTo>
                  <a:lnTo>
                    <a:pt x="12097454" y="200775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lnTo>
                    <a:pt x="12352174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ADC176DF-67CF-494C-AF1C-F152868974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38852" y="6050786"/>
              <a:ext cx="1245161" cy="442724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476915"/>
            <a:ext cx="10515600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8" name="Рисунок 8">
            <a:extLst>
              <a:ext uri="{FF2B5EF4-FFF2-40B4-BE49-F238E27FC236}">
                <a16:creationId xmlns:a16="http://schemas.microsoft.com/office/drawing/2014/main" id="{87D01948-00A9-4DDA-81E1-F27C075AEF4A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683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3._Титул Заголовок 2 стр">
    <p:bg>
      <p:bgPr>
        <a:gradFill>
          <a:gsLst>
            <a:gs pos="100000">
              <a:schemeClr val="bg1"/>
            </a:gs>
            <a:gs pos="0">
              <a:schemeClr val="accent2">
                <a:lumMod val="60000"/>
                <a:lumOff val="40000"/>
              </a:schemeClr>
            </a:gs>
            <a:gs pos="50000">
              <a:schemeClr val="accent1">
                <a:lumMod val="60000"/>
                <a:lumOff val="4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716" y="2476915"/>
            <a:ext cx="10515600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58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_Титул Загооловок 2 стр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476915"/>
            <a:ext cx="4962358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8E0130E3-6835-4D0E-BAF9-D5A94B82A4A8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6003594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471AEA-0471-4731-B008-0EF7342BB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0365" y="333375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97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_Титул Загооловок 2 стр справа">
    <p:bg>
      <p:bgPr>
        <a:gradFill flip="none" rotWithShape="1">
          <a:gsLst>
            <a:gs pos="50000">
              <a:schemeClr val="accent1">
                <a:lumMod val="60000"/>
                <a:lumOff val="40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24C-C00A-E91F-CEDF-307D83B01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476915"/>
            <a:ext cx="4962358" cy="1478866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8D31B-72AB-2CBC-D83C-1CF3960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F16ED-5984-8F4F-2167-DBBD6B3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A45CD-7A1C-DD9D-AAFC-070B3AD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C04004F7-0BC4-4492-89EF-859C33A6E42D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6003594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ACA55B-BAA0-424C-BF90-74FC45C1B8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852" y="333375"/>
            <a:ext cx="1245161" cy="4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87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._Титул Заголовок 2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9144000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9553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5._Титул Заголовок 2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9144000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61D16BBA-6FBD-4209-BADE-45DA0552CB95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16410980-7A2F-4F8B-91D2-D5FB0B1EACBE}"/>
              </a:ext>
            </a:extLst>
          </p:cNvPr>
          <p:cNvGrpSpPr/>
          <p:nvPr userDrawn="1"/>
        </p:nvGrpSpPr>
        <p:grpSpPr>
          <a:xfrm>
            <a:off x="9633338" y="-251061"/>
            <a:ext cx="2558658" cy="7339301"/>
            <a:chOff x="9633338" y="-251061"/>
            <a:chExt cx="2558658" cy="7339301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3DDB945F-C7C1-4142-A931-16CA05451B26}"/>
                </a:ext>
              </a:extLst>
            </p:cNvPr>
            <p:cNvGrpSpPr/>
            <p:nvPr userDrawn="1"/>
          </p:nvGrpSpPr>
          <p:grpSpPr>
            <a:xfrm>
              <a:off x="9633338" y="-251061"/>
              <a:ext cx="2558658" cy="7339301"/>
              <a:chOff x="9633338" y="-251061"/>
              <a:chExt cx="2558658" cy="7339301"/>
            </a:xfrm>
          </p:grpSpPr>
          <p:sp>
            <p:nvSpPr>
              <p:cNvPr id="15" name="Прямоугольный треугольник 14">
                <a:extLst>
                  <a:ext uri="{FF2B5EF4-FFF2-40B4-BE49-F238E27FC236}">
                    <a16:creationId xmlns:a16="http://schemas.microsoft.com/office/drawing/2014/main" id="{E653E72C-EC54-4E7D-A5EE-AF330D0AEB14}"/>
                  </a:ext>
                </a:extLst>
              </p:cNvPr>
              <p:cNvSpPr/>
              <p:nvPr userDrawn="1"/>
            </p:nvSpPr>
            <p:spPr>
              <a:xfrm flipH="1">
                <a:off x="9633338" y="-164007"/>
                <a:ext cx="2558658" cy="7022007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8DCA90EE-2FA1-42CF-BAF5-9F30A320B11C}"/>
                  </a:ext>
                </a:extLst>
              </p:cNvPr>
              <p:cNvSpPr/>
              <p:nvPr userDrawn="1"/>
            </p:nvSpPr>
            <p:spPr>
              <a:xfrm rot="17114731">
                <a:off x="7224207" y="3089794"/>
                <a:ext cx="7339301" cy="657591"/>
              </a:xfrm>
              <a:custGeom>
                <a:avLst/>
                <a:gdLst>
                  <a:gd name="connsiteX0" fmla="*/ 7244815 w 7339301"/>
                  <a:gd name="connsiteY0" fmla="*/ 310915 h 657591"/>
                  <a:gd name="connsiteX1" fmla="*/ 7339301 w 7339301"/>
                  <a:gd name="connsiteY1" fmla="*/ 657591 h 657591"/>
                  <a:gd name="connsiteX2" fmla="*/ 3246700 w 7339301"/>
                  <a:gd name="connsiteY2" fmla="*/ 657591 h 657591"/>
                  <a:gd name="connsiteX3" fmla="*/ 3409006 w 7339301"/>
                  <a:gd name="connsiteY3" fmla="*/ 346676 h 657591"/>
                  <a:gd name="connsiteX4" fmla="*/ 94486 w 7339301"/>
                  <a:gd name="connsiteY4" fmla="*/ 346676 h 657591"/>
                  <a:gd name="connsiteX5" fmla="*/ 0 w 7339301"/>
                  <a:gd name="connsiteY5" fmla="*/ 0 h 657591"/>
                  <a:gd name="connsiteX6" fmla="*/ 3838771 w 7339301"/>
                  <a:gd name="connsiteY6" fmla="*/ 0 h 657591"/>
                  <a:gd name="connsiteX7" fmla="*/ 3676465 w 7339301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339301" h="657591">
                    <a:moveTo>
                      <a:pt x="7244815" y="310915"/>
                    </a:moveTo>
                    <a:lnTo>
                      <a:pt x="7339301" y="657591"/>
                    </a:lnTo>
                    <a:lnTo>
                      <a:pt x="3246700" y="657591"/>
                    </a:lnTo>
                    <a:lnTo>
                      <a:pt x="3409006" y="346676"/>
                    </a:lnTo>
                    <a:lnTo>
                      <a:pt x="94486" y="346676"/>
                    </a:lnTo>
                    <a:lnTo>
                      <a:pt x="0" y="0"/>
                    </a:lnTo>
                    <a:lnTo>
                      <a:pt x="3838771" y="0"/>
                    </a:lnTo>
                    <a:lnTo>
                      <a:pt x="3676465" y="31091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AB61D820-75B9-4ED6-BE9C-AB5BD6C053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1626" y="6051458"/>
              <a:ext cx="1243271" cy="442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016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5._Титул Заголовок 2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9144000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B895644C-2CDC-4846-A16A-1C89C0611F84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FF0BEF82-4C4C-46F8-BCF2-D9253120A4F7}"/>
              </a:ext>
            </a:extLst>
          </p:cNvPr>
          <p:cNvGrpSpPr/>
          <p:nvPr userDrawn="1"/>
        </p:nvGrpSpPr>
        <p:grpSpPr>
          <a:xfrm>
            <a:off x="9629673" y="-251061"/>
            <a:ext cx="2558658" cy="7339301"/>
            <a:chOff x="9629673" y="-251061"/>
            <a:chExt cx="2558658" cy="7339301"/>
          </a:xfrm>
        </p:grpSpPr>
        <p:sp>
          <p:nvSpPr>
            <p:cNvPr id="12" name="Прямоугольный треугольник 11">
              <a:extLst>
                <a:ext uri="{FF2B5EF4-FFF2-40B4-BE49-F238E27FC236}">
                  <a16:creationId xmlns:a16="http://schemas.microsoft.com/office/drawing/2014/main" id="{B9B97AE9-D397-4E0A-8E18-080D0EF2F967}"/>
                </a:ext>
              </a:extLst>
            </p:cNvPr>
            <p:cNvSpPr/>
            <p:nvPr userDrawn="1"/>
          </p:nvSpPr>
          <p:spPr>
            <a:xfrm flipH="1">
              <a:off x="9629673" y="-164007"/>
              <a:ext cx="2558658" cy="7022007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3C3972EF-0F43-489D-99F2-B3B452AA22AD}"/>
                </a:ext>
              </a:extLst>
            </p:cNvPr>
            <p:cNvSpPr/>
            <p:nvPr/>
          </p:nvSpPr>
          <p:spPr>
            <a:xfrm rot="17114731">
              <a:off x="7220542" y="3089794"/>
              <a:ext cx="7339301" cy="657591"/>
            </a:xfrm>
            <a:custGeom>
              <a:avLst/>
              <a:gdLst>
                <a:gd name="connsiteX0" fmla="*/ 7244815 w 7339301"/>
                <a:gd name="connsiteY0" fmla="*/ 310915 h 657591"/>
                <a:gd name="connsiteX1" fmla="*/ 7339301 w 7339301"/>
                <a:gd name="connsiteY1" fmla="*/ 657591 h 657591"/>
                <a:gd name="connsiteX2" fmla="*/ 3246700 w 7339301"/>
                <a:gd name="connsiteY2" fmla="*/ 657591 h 657591"/>
                <a:gd name="connsiteX3" fmla="*/ 3409006 w 7339301"/>
                <a:gd name="connsiteY3" fmla="*/ 346676 h 657591"/>
                <a:gd name="connsiteX4" fmla="*/ 94486 w 7339301"/>
                <a:gd name="connsiteY4" fmla="*/ 346676 h 657591"/>
                <a:gd name="connsiteX5" fmla="*/ 0 w 7339301"/>
                <a:gd name="connsiteY5" fmla="*/ 0 h 657591"/>
                <a:gd name="connsiteX6" fmla="*/ 3838771 w 7339301"/>
                <a:gd name="connsiteY6" fmla="*/ 0 h 657591"/>
                <a:gd name="connsiteX7" fmla="*/ 3676465 w 7339301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9301" h="657591">
                  <a:moveTo>
                    <a:pt x="7244815" y="310915"/>
                  </a:moveTo>
                  <a:lnTo>
                    <a:pt x="7339301" y="657591"/>
                  </a:lnTo>
                  <a:lnTo>
                    <a:pt x="3246700" y="657591"/>
                  </a:lnTo>
                  <a:lnTo>
                    <a:pt x="3409006" y="346676"/>
                  </a:lnTo>
                  <a:lnTo>
                    <a:pt x="94486" y="346676"/>
                  </a:lnTo>
                  <a:lnTo>
                    <a:pt x="0" y="0"/>
                  </a:lnTo>
                  <a:lnTo>
                    <a:pt x="3838771" y="0"/>
                  </a:lnTo>
                  <a:lnTo>
                    <a:pt x="3676465" y="3109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35B76F70-CA45-4062-A183-30AEDC6AD8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757" y="6051459"/>
              <a:ext cx="1243270" cy="4420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81582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5._Титул Заголовок 2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9144000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Рисунок 8">
            <a:extLst>
              <a:ext uri="{FF2B5EF4-FFF2-40B4-BE49-F238E27FC236}">
                <a16:creationId xmlns:a16="http://schemas.microsoft.com/office/drawing/2014/main" id="{B44B5053-93E8-4928-A62B-7CDB097C04BC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6047904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E66AB1B-56F4-4D14-9801-36CA91C9A6B3}"/>
              </a:ext>
            </a:extLst>
          </p:cNvPr>
          <p:cNvGrpSpPr/>
          <p:nvPr userDrawn="1"/>
        </p:nvGrpSpPr>
        <p:grpSpPr>
          <a:xfrm>
            <a:off x="10538852" y="-9651"/>
            <a:ext cx="2502840" cy="7339301"/>
            <a:chOff x="10538852" y="-9651"/>
            <a:chExt cx="2502840" cy="7339301"/>
          </a:xfrm>
        </p:grpSpPr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0181234E-8CAC-4A19-A9CF-18E31118FC27}"/>
                </a:ext>
              </a:extLst>
            </p:cNvPr>
            <p:cNvSpPr/>
            <p:nvPr userDrawn="1"/>
          </p:nvSpPr>
          <p:spPr>
            <a:xfrm rot="17114731">
              <a:off x="8125192" y="2413150"/>
              <a:ext cx="7339301" cy="2493699"/>
            </a:xfrm>
            <a:custGeom>
              <a:avLst/>
              <a:gdLst>
                <a:gd name="connsiteX0" fmla="*/ 7244815 w 7339301"/>
                <a:gd name="connsiteY0" fmla="*/ 310915 h 657591"/>
                <a:gd name="connsiteX1" fmla="*/ 7339301 w 7339301"/>
                <a:gd name="connsiteY1" fmla="*/ 657591 h 657591"/>
                <a:gd name="connsiteX2" fmla="*/ 3246700 w 7339301"/>
                <a:gd name="connsiteY2" fmla="*/ 657591 h 657591"/>
                <a:gd name="connsiteX3" fmla="*/ 3409006 w 7339301"/>
                <a:gd name="connsiteY3" fmla="*/ 346676 h 657591"/>
                <a:gd name="connsiteX4" fmla="*/ 94486 w 7339301"/>
                <a:gd name="connsiteY4" fmla="*/ 346676 h 657591"/>
                <a:gd name="connsiteX5" fmla="*/ 0 w 7339301"/>
                <a:gd name="connsiteY5" fmla="*/ 0 h 657591"/>
                <a:gd name="connsiteX6" fmla="*/ 3838771 w 7339301"/>
                <a:gd name="connsiteY6" fmla="*/ 0 h 657591"/>
                <a:gd name="connsiteX7" fmla="*/ 3676465 w 7339301"/>
                <a:gd name="connsiteY7" fmla="*/ 310915 h 657591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3409006 w 7339301"/>
                <a:gd name="connsiteY3" fmla="*/ 346676 h 2523107"/>
                <a:gd name="connsiteX4" fmla="*/ 94486 w 7339301"/>
                <a:gd name="connsiteY4" fmla="*/ 346676 h 2523107"/>
                <a:gd name="connsiteX5" fmla="*/ 0 w 7339301"/>
                <a:gd name="connsiteY5" fmla="*/ 0 h 2523107"/>
                <a:gd name="connsiteX6" fmla="*/ 3838771 w 7339301"/>
                <a:gd name="connsiteY6" fmla="*/ 0 h 2523107"/>
                <a:gd name="connsiteX7" fmla="*/ 3676465 w 7339301"/>
                <a:gd name="connsiteY7" fmla="*/ 310915 h 2523107"/>
                <a:gd name="connsiteX8" fmla="*/ 7244815 w 7339301"/>
                <a:gd name="connsiteY8" fmla="*/ 310915 h 2523107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94486 w 7339301"/>
                <a:gd name="connsiteY3" fmla="*/ 346676 h 2523107"/>
                <a:gd name="connsiteX4" fmla="*/ 0 w 7339301"/>
                <a:gd name="connsiteY4" fmla="*/ 0 h 2523107"/>
                <a:gd name="connsiteX5" fmla="*/ 3838771 w 7339301"/>
                <a:gd name="connsiteY5" fmla="*/ 0 h 2523107"/>
                <a:gd name="connsiteX6" fmla="*/ 3676465 w 7339301"/>
                <a:gd name="connsiteY6" fmla="*/ 310915 h 2523107"/>
                <a:gd name="connsiteX7" fmla="*/ 7244815 w 7339301"/>
                <a:gd name="connsiteY7" fmla="*/ 310915 h 2523107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94486 w 7339301"/>
                <a:gd name="connsiteY3" fmla="*/ 346676 h 2523107"/>
                <a:gd name="connsiteX4" fmla="*/ 0 w 7339301"/>
                <a:gd name="connsiteY4" fmla="*/ 0 h 2523107"/>
                <a:gd name="connsiteX5" fmla="*/ 3838771 w 7339301"/>
                <a:gd name="connsiteY5" fmla="*/ 0 h 2523107"/>
                <a:gd name="connsiteX6" fmla="*/ 3676465 w 7339301"/>
                <a:gd name="connsiteY6" fmla="*/ 310915 h 2523107"/>
                <a:gd name="connsiteX7" fmla="*/ 7244815 w 7339301"/>
                <a:gd name="connsiteY7" fmla="*/ 310915 h 2523107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9301" h="2493699">
                  <a:moveTo>
                    <a:pt x="7244815" y="310915"/>
                  </a:moveTo>
                  <a:lnTo>
                    <a:pt x="7339301" y="657591"/>
                  </a:lnTo>
                  <a:lnTo>
                    <a:pt x="682722" y="2493699"/>
                  </a:lnTo>
                  <a:lnTo>
                    <a:pt x="94486" y="346676"/>
                  </a:lnTo>
                  <a:lnTo>
                    <a:pt x="0" y="0"/>
                  </a:lnTo>
                  <a:lnTo>
                    <a:pt x="3838771" y="0"/>
                  </a:lnTo>
                  <a:lnTo>
                    <a:pt x="3676465" y="310915"/>
                  </a:lnTo>
                  <a:lnTo>
                    <a:pt x="7244815" y="3109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A2DBA8F7-12CE-4DF1-B735-2C7035F732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38852" y="6050786"/>
              <a:ext cx="1245161" cy="442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0958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5._Титул Заголовок 2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ADE7EED6-8949-42E4-B6E7-6839992FFEE6}"/>
              </a:ext>
            </a:extLst>
          </p:cNvPr>
          <p:cNvGrpSpPr/>
          <p:nvPr userDrawn="1"/>
        </p:nvGrpSpPr>
        <p:grpSpPr>
          <a:xfrm>
            <a:off x="-74431" y="5155182"/>
            <a:ext cx="12352174" cy="1702818"/>
            <a:chOff x="-74431" y="5155182"/>
            <a:chExt cx="12352174" cy="1702818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646986B2-8E16-4042-829A-CBD12DFD73C1}"/>
                </a:ext>
              </a:extLst>
            </p:cNvPr>
            <p:cNvGrpSpPr/>
            <p:nvPr userDrawn="1"/>
          </p:nvGrpSpPr>
          <p:grpSpPr>
            <a:xfrm>
              <a:off x="-74431" y="5155182"/>
              <a:ext cx="12352174" cy="1702818"/>
              <a:chOff x="-73070" y="5155182"/>
              <a:chExt cx="12352174" cy="1702818"/>
            </a:xfrm>
          </p:grpSpPr>
          <p:sp>
            <p:nvSpPr>
              <p:cNvPr id="15" name="Прямоугольный треугольник 14">
                <a:extLst>
                  <a:ext uri="{FF2B5EF4-FFF2-40B4-BE49-F238E27FC236}">
                    <a16:creationId xmlns:a16="http://schemas.microsoft.com/office/drawing/2014/main" id="{1D549DA2-09BB-47A2-9B83-07783348DACF}"/>
                  </a:ext>
                </a:extLst>
              </p:cNvPr>
              <p:cNvSpPr/>
              <p:nvPr userDrawn="1"/>
            </p:nvSpPr>
            <p:spPr>
              <a:xfrm flipH="1">
                <a:off x="-60871" y="5155182"/>
                <a:ext cx="12252871" cy="1702818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682CF068-CF1F-4B2D-8BF8-EC95D27FE7C2}"/>
                  </a:ext>
                </a:extLst>
              </p:cNvPr>
              <p:cNvSpPr/>
              <p:nvPr userDrawn="1"/>
            </p:nvSpPr>
            <p:spPr>
              <a:xfrm rot="21134156">
                <a:off x="-73070" y="5673236"/>
                <a:ext cx="12352174" cy="657591"/>
              </a:xfrm>
              <a:custGeom>
                <a:avLst/>
                <a:gdLst>
                  <a:gd name="connsiteX0" fmla="*/ 12352174 w 12352174"/>
                  <a:gd name="connsiteY0" fmla="*/ 310915 h 657591"/>
                  <a:gd name="connsiteX1" fmla="*/ 12304906 w 12352174"/>
                  <a:gd name="connsiteY1" fmla="*/ 657591 h 657591"/>
                  <a:gd name="connsiteX2" fmla="*/ 4942393 w 12352174"/>
                  <a:gd name="connsiteY2" fmla="*/ 657591 h 657591"/>
                  <a:gd name="connsiteX3" fmla="*/ 5175025 w 12352174"/>
                  <a:gd name="connsiteY3" fmla="*/ 346676 h 657591"/>
                  <a:gd name="connsiteX4" fmla="*/ 0 w 12352174"/>
                  <a:gd name="connsiteY4" fmla="*/ 346676 h 657591"/>
                  <a:gd name="connsiteX5" fmla="*/ 47268 w 12352174"/>
                  <a:gd name="connsiteY5" fmla="*/ 0 h 657591"/>
                  <a:gd name="connsiteX6" fmla="*/ 5791008 w 12352174"/>
                  <a:gd name="connsiteY6" fmla="*/ 0 h 657591"/>
                  <a:gd name="connsiteX7" fmla="*/ 5558375 w 12352174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52174" h="657591">
                    <a:moveTo>
                      <a:pt x="12352174" y="310915"/>
                    </a:moveTo>
                    <a:lnTo>
                      <a:pt x="12304906" y="657591"/>
                    </a:lnTo>
                    <a:lnTo>
                      <a:pt x="4942393" y="657591"/>
                    </a:lnTo>
                    <a:lnTo>
                      <a:pt x="5175025" y="346676"/>
                    </a:lnTo>
                    <a:lnTo>
                      <a:pt x="0" y="346676"/>
                    </a:lnTo>
                    <a:lnTo>
                      <a:pt x="47268" y="0"/>
                    </a:lnTo>
                    <a:lnTo>
                      <a:pt x="5791008" y="0"/>
                    </a:lnTo>
                    <a:lnTo>
                      <a:pt x="5558375" y="31091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2E206CF-27CB-40F0-B41E-CDB72B9D60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1626" y="6051458"/>
              <a:ext cx="1243271" cy="442052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9144000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1" name="Рисунок 8">
            <a:extLst>
              <a:ext uri="{FF2B5EF4-FFF2-40B4-BE49-F238E27FC236}">
                <a16:creationId xmlns:a16="http://schemas.microsoft.com/office/drawing/2014/main" id="{3F728B9C-7AA1-4245-BFA2-27FB1580B212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242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5._Титул Заголовок 2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8A96523-D8A6-4FF0-B1B4-DCD881CB9B16}"/>
              </a:ext>
            </a:extLst>
          </p:cNvPr>
          <p:cNvGrpSpPr/>
          <p:nvPr userDrawn="1"/>
        </p:nvGrpSpPr>
        <p:grpSpPr>
          <a:xfrm>
            <a:off x="-73070" y="5155182"/>
            <a:ext cx="12352174" cy="1702818"/>
            <a:chOff x="-73070" y="5155182"/>
            <a:chExt cx="12352174" cy="1702818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29AB919D-6B75-4820-A607-963DEE56BB84}"/>
                </a:ext>
              </a:extLst>
            </p:cNvPr>
            <p:cNvGrpSpPr/>
            <p:nvPr userDrawn="1"/>
          </p:nvGrpSpPr>
          <p:grpSpPr>
            <a:xfrm>
              <a:off x="-73070" y="5155182"/>
              <a:ext cx="12352174" cy="1702818"/>
              <a:chOff x="-73070" y="5155182"/>
              <a:chExt cx="12352174" cy="1702818"/>
            </a:xfrm>
          </p:grpSpPr>
          <p:sp>
            <p:nvSpPr>
              <p:cNvPr id="15" name="Прямоугольный треугольник 14">
                <a:extLst>
                  <a:ext uri="{FF2B5EF4-FFF2-40B4-BE49-F238E27FC236}">
                    <a16:creationId xmlns:a16="http://schemas.microsoft.com/office/drawing/2014/main" id="{45E27C4A-981A-41F4-AAB3-7BA462397C2D}"/>
                  </a:ext>
                </a:extLst>
              </p:cNvPr>
              <p:cNvSpPr/>
              <p:nvPr userDrawn="1"/>
            </p:nvSpPr>
            <p:spPr>
              <a:xfrm flipH="1">
                <a:off x="-60871" y="5155182"/>
                <a:ext cx="12252871" cy="1702818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337260FC-72BC-4084-861E-7158D6AF2C29}"/>
                  </a:ext>
                </a:extLst>
              </p:cNvPr>
              <p:cNvSpPr/>
              <p:nvPr userDrawn="1"/>
            </p:nvSpPr>
            <p:spPr>
              <a:xfrm rot="21134156">
                <a:off x="-73070" y="5673236"/>
                <a:ext cx="12352174" cy="657591"/>
              </a:xfrm>
              <a:custGeom>
                <a:avLst/>
                <a:gdLst>
                  <a:gd name="connsiteX0" fmla="*/ 12352174 w 12352174"/>
                  <a:gd name="connsiteY0" fmla="*/ 310915 h 657591"/>
                  <a:gd name="connsiteX1" fmla="*/ 12304906 w 12352174"/>
                  <a:gd name="connsiteY1" fmla="*/ 657591 h 657591"/>
                  <a:gd name="connsiteX2" fmla="*/ 4942393 w 12352174"/>
                  <a:gd name="connsiteY2" fmla="*/ 657591 h 657591"/>
                  <a:gd name="connsiteX3" fmla="*/ 5175025 w 12352174"/>
                  <a:gd name="connsiteY3" fmla="*/ 346676 h 657591"/>
                  <a:gd name="connsiteX4" fmla="*/ 0 w 12352174"/>
                  <a:gd name="connsiteY4" fmla="*/ 346676 h 657591"/>
                  <a:gd name="connsiteX5" fmla="*/ 47268 w 12352174"/>
                  <a:gd name="connsiteY5" fmla="*/ 0 h 657591"/>
                  <a:gd name="connsiteX6" fmla="*/ 5791008 w 12352174"/>
                  <a:gd name="connsiteY6" fmla="*/ 0 h 657591"/>
                  <a:gd name="connsiteX7" fmla="*/ 5558375 w 12352174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52174" h="657591">
                    <a:moveTo>
                      <a:pt x="12352174" y="310915"/>
                    </a:moveTo>
                    <a:lnTo>
                      <a:pt x="12304906" y="657591"/>
                    </a:lnTo>
                    <a:lnTo>
                      <a:pt x="4942393" y="657591"/>
                    </a:lnTo>
                    <a:lnTo>
                      <a:pt x="5175025" y="346676"/>
                    </a:lnTo>
                    <a:lnTo>
                      <a:pt x="0" y="346676"/>
                    </a:lnTo>
                    <a:lnTo>
                      <a:pt x="47268" y="0"/>
                    </a:lnTo>
                    <a:lnTo>
                      <a:pt x="5791008" y="0"/>
                    </a:lnTo>
                    <a:lnTo>
                      <a:pt x="5558375" y="31091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E06A8B32-F068-4B2A-8FF7-FF42E6B673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757" y="6051459"/>
              <a:ext cx="1243270" cy="442051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9144000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1" name="Рисунок 8">
            <a:extLst>
              <a:ext uri="{FF2B5EF4-FFF2-40B4-BE49-F238E27FC236}">
                <a16:creationId xmlns:a16="http://schemas.microsoft.com/office/drawing/2014/main" id="{D8F409AD-564D-480B-BE0A-5F35E096220F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766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5._Титул Заголовок 2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C2ECEDB3-50FC-4E15-B0D8-02C09585C085}"/>
              </a:ext>
            </a:extLst>
          </p:cNvPr>
          <p:cNvGrpSpPr/>
          <p:nvPr userDrawn="1"/>
        </p:nvGrpSpPr>
        <p:grpSpPr>
          <a:xfrm>
            <a:off x="18130" y="5667048"/>
            <a:ext cx="12352174" cy="2007756"/>
            <a:chOff x="18130" y="5667048"/>
            <a:chExt cx="12352174" cy="2007756"/>
          </a:xfrm>
        </p:grpSpPr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8356942-2B0D-48F3-BD53-3CABD0001182}"/>
                </a:ext>
              </a:extLst>
            </p:cNvPr>
            <p:cNvSpPr/>
            <p:nvPr userDrawn="1"/>
          </p:nvSpPr>
          <p:spPr>
            <a:xfrm rot="21134156">
              <a:off x="18130" y="5667048"/>
              <a:ext cx="12352174" cy="2007756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4942393 w 12352174"/>
                <a:gd name="connsiteY2" fmla="*/ 657591 h 2007756"/>
                <a:gd name="connsiteX3" fmla="*/ 5175025 w 12352174"/>
                <a:gd name="connsiteY3" fmla="*/ 346676 h 2007756"/>
                <a:gd name="connsiteX4" fmla="*/ 0 w 12352174"/>
                <a:gd name="connsiteY4" fmla="*/ 346676 h 2007756"/>
                <a:gd name="connsiteX5" fmla="*/ 47268 w 12352174"/>
                <a:gd name="connsiteY5" fmla="*/ 0 h 2007756"/>
                <a:gd name="connsiteX6" fmla="*/ 5791008 w 12352174"/>
                <a:gd name="connsiteY6" fmla="*/ 0 h 2007756"/>
                <a:gd name="connsiteX7" fmla="*/ 5558375 w 12352174"/>
                <a:gd name="connsiteY7" fmla="*/ 310915 h 2007756"/>
                <a:gd name="connsiteX8" fmla="*/ 12352174 w 12352174"/>
                <a:gd name="connsiteY8" fmla="*/ 310915 h 2007756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4942393 w 12352174"/>
                <a:gd name="connsiteY2" fmla="*/ 657591 h 2007756"/>
                <a:gd name="connsiteX3" fmla="*/ 0 w 12352174"/>
                <a:gd name="connsiteY3" fmla="*/ 346676 h 2007756"/>
                <a:gd name="connsiteX4" fmla="*/ 47268 w 12352174"/>
                <a:gd name="connsiteY4" fmla="*/ 0 h 2007756"/>
                <a:gd name="connsiteX5" fmla="*/ 5791008 w 12352174"/>
                <a:gd name="connsiteY5" fmla="*/ 0 h 2007756"/>
                <a:gd name="connsiteX6" fmla="*/ 5558375 w 12352174"/>
                <a:gd name="connsiteY6" fmla="*/ 310915 h 2007756"/>
                <a:gd name="connsiteX7" fmla="*/ 12352174 w 12352174"/>
                <a:gd name="connsiteY7" fmla="*/ 310915 h 2007756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0 w 12352174"/>
                <a:gd name="connsiteY2" fmla="*/ 346676 h 2007756"/>
                <a:gd name="connsiteX3" fmla="*/ 47268 w 12352174"/>
                <a:gd name="connsiteY3" fmla="*/ 0 h 2007756"/>
                <a:gd name="connsiteX4" fmla="*/ 5791008 w 12352174"/>
                <a:gd name="connsiteY4" fmla="*/ 0 h 2007756"/>
                <a:gd name="connsiteX5" fmla="*/ 5558375 w 12352174"/>
                <a:gd name="connsiteY5" fmla="*/ 310915 h 2007756"/>
                <a:gd name="connsiteX6" fmla="*/ 12352174 w 12352174"/>
                <a:gd name="connsiteY6" fmla="*/ 310915 h 200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52174" h="2007756">
                  <a:moveTo>
                    <a:pt x="12352174" y="310915"/>
                  </a:moveTo>
                  <a:lnTo>
                    <a:pt x="12097454" y="200775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lnTo>
                    <a:pt x="12352174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6094C01E-B4BE-4774-B044-1655A037D0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38852" y="6050786"/>
              <a:ext cx="1245161" cy="442724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9144000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Рисунок 8">
            <a:extLst>
              <a:ext uri="{FF2B5EF4-FFF2-40B4-BE49-F238E27FC236}">
                <a16:creationId xmlns:a16="http://schemas.microsoft.com/office/drawing/2014/main" id="{01AE0C01-0492-4F2C-8C10-6A2409FEB752}"/>
              </a:ext>
            </a:extLst>
          </p:cNvPr>
          <p:cNvSpPr>
            <a:spLocks noChangeAspect="1"/>
          </p:cNvSpPr>
          <p:nvPr userDrawn="1"/>
        </p:nvSpPr>
        <p:spPr>
          <a:xfrm>
            <a:off x="411359" y="337185"/>
            <a:ext cx="1130019" cy="44212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3891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5._Титул Заголовок 2 стр и подзаг">
    <p:bg>
      <p:bgPr>
        <a:gradFill flip="none" rotWithShape="1">
          <a:gsLst>
            <a:gs pos="99574">
              <a:schemeClr val="bg1"/>
            </a:gs>
            <a:gs pos="50000">
              <a:schemeClr val="accent1">
                <a:lumMod val="60000"/>
                <a:lumOff val="40000"/>
              </a:schemeClr>
            </a:gs>
            <a:gs pos="0">
              <a:schemeClr val="accent2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9144000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9144000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1AE4D945-707F-4307-AE8C-39CA1372F541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6003594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703DB4-EF32-4E61-BE5F-8419F65CA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852" y="333375"/>
            <a:ext cx="1245161" cy="4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68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5._Титул Заголовок 2 стр и подзаг">
    <p:bg>
      <p:bgPr>
        <a:gradFill flip="none" rotWithShape="1">
          <a:gsLst>
            <a:gs pos="99574">
              <a:schemeClr val="bg1"/>
            </a:gs>
            <a:gs pos="50000">
              <a:schemeClr val="accent1">
                <a:lumMod val="60000"/>
                <a:lumOff val="40000"/>
              </a:schemeClr>
            </a:gs>
            <a:gs pos="0">
              <a:schemeClr val="accent2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5688012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5688012" cy="33239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B6F1CAF6-5444-4816-ABD6-10CB3B2DD92D}"/>
              </a:ext>
            </a:extLst>
          </p:cNvPr>
          <p:cNvSpPr>
            <a:spLocks noChangeAspect="1"/>
          </p:cNvSpPr>
          <p:nvPr userDrawn="1"/>
        </p:nvSpPr>
        <p:spPr>
          <a:xfrm>
            <a:off x="10540756" y="335280"/>
            <a:ext cx="1243270" cy="486438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A97FC20-28B1-4A1B-8754-48036B834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333375"/>
            <a:ext cx="1387550" cy="4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12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._Титул Заголовок 2 стр и подзаг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2146905"/>
            <a:ext cx="5688012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738343"/>
            <a:ext cx="5688012" cy="32437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8125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6._Титул Заголовок 2 стр и подзаг справа">
    <p:bg>
      <p:bgPr>
        <a:gradFill>
          <a:gsLst>
            <a:gs pos="100000">
              <a:schemeClr val="bg1"/>
            </a:gs>
            <a:gs pos="0">
              <a:schemeClr val="accent2">
                <a:lumMod val="60000"/>
                <a:lumOff val="40000"/>
              </a:schemeClr>
            </a:gs>
            <a:gs pos="50000">
              <a:schemeClr val="accent1">
                <a:lumMod val="60000"/>
                <a:lumOff val="4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2146905"/>
            <a:ext cx="5688012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738343"/>
            <a:ext cx="5688012" cy="32437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377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._Титул Заголовок 2 стр и подзаг сле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83B7113-95CF-4E83-A355-2CC8F03BCB9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gradFill flip="none" rotWithShape="1">
            <a:gsLst>
              <a:gs pos="52000">
                <a:schemeClr val="accent1">
                  <a:lumMod val="60000"/>
                  <a:lumOff val="40000"/>
                </a:schemeClr>
              </a:gs>
              <a:gs pos="100000">
                <a:schemeClr val="bg1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2146905"/>
            <a:ext cx="5480304" cy="1478866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738342"/>
            <a:ext cx="5480304" cy="39207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845C636-A063-49D8-88ED-8B155CBDCB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743" y="333375"/>
            <a:ext cx="1245161" cy="4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3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.2.1_Титул Плаш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1D6838-6E67-47B3-8032-7918770BD51E}"/>
              </a:ext>
            </a:extLst>
          </p:cNvPr>
          <p:cNvSpPr/>
          <p:nvPr userDrawn="1"/>
        </p:nvSpPr>
        <p:spPr>
          <a:xfrm rot="21300000">
            <a:off x="598180" y="729476"/>
            <a:ext cx="9301521" cy="442867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5347" y="1099934"/>
            <a:ext cx="8261772" cy="1478866"/>
          </a:xfrm>
          <a:scene3d>
            <a:camera prst="orthographicFront">
              <a:rot lat="0" lon="0" rev="300000"/>
            </a:camera>
            <a:lightRig rig="threePt" dir="t"/>
          </a:scene3d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6879" y="4536724"/>
            <a:ext cx="5688012" cy="498598"/>
          </a:xfrm>
          <a:scene3d>
            <a:camera prst="orthographicFront">
              <a:rot lat="0" lon="0" rev="300000"/>
            </a:camera>
            <a:lightRig rig="threePt" dir="t"/>
          </a:scene3d>
        </p:spPr>
        <p:txBody>
          <a:bodyPr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Ваш текст</a:t>
            </a:r>
          </a:p>
        </p:txBody>
      </p:sp>
      <p:sp>
        <p:nvSpPr>
          <p:cNvPr id="13" name="Рисунок 8">
            <a:extLst>
              <a:ext uri="{FF2B5EF4-FFF2-40B4-BE49-F238E27FC236}">
                <a16:creationId xmlns:a16="http://schemas.microsoft.com/office/drawing/2014/main" id="{FDA6EBE7-AD2B-4113-83B5-E2EE31EFE859}"/>
              </a:ext>
            </a:extLst>
          </p:cNvPr>
          <p:cNvSpPr>
            <a:spLocks noChangeAspect="1"/>
          </p:cNvSpPr>
          <p:nvPr userDrawn="1"/>
        </p:nvSpPr>
        <p:spPr>
          <a:xfrm>
            <a:off x="7955633" y="3832735"/>
            <a:ext cx="1704489" cy="666893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bg1"/>
          </a:solidFill>
          <a:ln w="35339" cap="flat">
            <a:noFill/>
            <a:prstDash val="solid"/>
            <a:miter/>
          </a:ln>
          <a:scene3d>
            <a:camera prst="orthographicFront">
              <a:rot lat="0" lon="0" rev="300000"/>
            </a:camera>
            <a:lightRig rig="threePt" dir="t"/>
          </a:scene3d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8721162-E5A2-41E1-AA02-FA7DF5249D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9040" y="5898352"/>
            <a:ext cx="1684596" cy="59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83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.2.2_Титул Плашка">
    <p:bg>
      <p:bgPr>
        <a:gradFill>
          <a:gsLst>
            <a:gs pos="50000">
              <a:schemeClr val="accent1">
                <a:lumMod val="60000"/>
                <a:lumOff val="40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1D6838-6E67-47B3-8032-7918770BD51E}"/>
              </a:ext>
            </a:extLst>
          </p:cNvPr>
          <p:cNvSpPr/>
          <p:nvPr userDrawn="1"/>
        </p:nvSpPr>
        <p:spPr>
          <a:xfrm rot="21300000">
            <a:off x="598180" y="729476"/>
            <a:ext cx="9301521" cy="442867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5347" y="1099934"/>
            <a:ext cx="8261772" cy="1478866"/>
          </a:xfrm>
          <a:scene3d>
            <a:camera prst="orthographicFront">
              <a:rot lat="0" lon="0" rev="300000"/>
            </a:camera>
            <a:lightRig rig="threePt" dir="t"/>
          </a:scene3d>
        </p:spPr>
        <p:txBody>
          <a:bodyPr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6879" y="4536724"/>
            <a:ext cx="5688012" cy="498598"/>
          </a:xfrm>
          <a:scene3d>
            <a:camera prst="orthographicFront">
              <a:rot lat="0" lon="0" rev="300000"/>
            </a:camera>
            <a:lightRig rig="threePt" dir="t"/>
          </a:scene3d>
        </p:spPr>
        <p:txBody>
          <a:bodyPr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Ваш текст</a:t>
            </a:r>
          </a:p>
        </p:txBody>
      </p:sp>
      <p:sp>
        <p:nvSpPr>
          <p:cNvPr id="13" name="Рисунок 8">
            <a:extLst>
              <a:ext uri="{FF2B5EF4-FFF2-40B4-BE49-F238E27FC236}">
                <a16:creationId xmlns:a16="http://schemas.microsoft.com/office/drawing/2014/main" id="{FDA6EBE7-AD2B-4113-83B5-E2EE31EFE859}"/>
              </a:ext>
            </a:extLst>
          </p:cNvPr>
          <p:cNvSpPr>
            <a:spLocks noChangeAspect="1"/>
          </p:cNvSpPr>
          <p:nvPr userDrawn="1"/>
        </p:nvSpPr>
        <p:spPr>
          <a:xfrm>
            <a:off x="7955633" y="3832735"/>
            <a:ext cx="1704489" cy="666893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bg1"/>
          </a:solidFill>
          <a:ln w="35339" cap="flat">
            <a:noFill/>
            <a:prstDash val="solid"/>
            <a:miter/>
          </a:ln>
          <a:scene3d>
            <a:camera prst="orthographicFront">
              <a:rot lat="0" lon="0" rev="300000"/>
            </a:camera>
            <a:lightRig rig="threePt" dir="t"/>
          </a:scene3d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A766F46-39A7-4EC2-86EB-A99CC176B4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4996" y="5889668"/>
            <a:ext cx="1709017" cy="60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02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7.2.3_Титул Плашка">
    <p:bg>
      <p:bgPr>
        <a:gradFill>
          <a:gsLst>
            <a:gs pos="50000">
              <a:schemeClr val="accent1">
                <a:lumMod val="60000"/>
                <a:lumOff val="40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0A33AC7-2A12-1DD2-FD6A-142FD89F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7F2DA-2265-BB8D-5F74-6C18168D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BC87-3976-39BE-4D8A-BDB067DB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1D6838-6E67-47B3-8032-7918770BD51E}"/>
              </a:ext>
            </a:extLst>
          </p:cNvPr>
          <p:cNvSpPr/>
          <p:nvPr userDrawn="1"/>
        </p:nvSpPr>
        <p:spPr>
          <a:xfrm rot="21300000">
            <a:off x="598180" y="729476"/>
            <a:ext cx="9301521" cy="442867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alpha val="12000"/>
              </a:schemeClr>
            </a:solidFill>
          </a:ln>
          <a:effectLst>
            <a:glow rad="25400">
              <a:schemeClr val="accent1">
                <a:alpha val="20000"/>
              </a:schemeClr>
            </a:glow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6764-8CC1-4895-BCE8-D2B508027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5347" y="1099934"/>
            <a:ext cx="8261772" cy="1478866"/>
          </a:xfrm>
          <a:scene3d>
            <a:camera prst="orthographicFront">
              <a:rot lat="0" lon="0" rev="300000"/>
            </a:camera>
            <a:lightRig rig="threePt" dir="t"/>
          </a:scene3d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42B20-F95E-1D8B-86E9-96B9CBB095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6879" y="4536724"/>
            <a:ext cx="5688012" cy="498598"/>
          </a:xfrm>
          <a:scene3d>
            <a:camera prst="orthographicFront">
              <a:rot lat="0" lon="0" rev="300000"/>
            </a:camera>
            <a:lightRig rig="threePt" dir="t"/>
          </a:scene3d>
        </p:spPr>
        <p:txBody>
          <a:bodyPr/>
          <a:lstStyle>
            <a:lvl1pPr marL="0" indent="0" algn="l">
              <a:buNone/>
              <a:defRPr sz="3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Ваш текст</a:t>
            </a:r>
          </a:p>
        </p:txBody>
      </p:sp>
      <p:sp>
        <p:nvSpPr>
          <p:cNvPr id="13" name="Рисунок 8">
            <a:extLst>
              <a:ext uri="{FF2B5EF4-FFF2-40B4-BE49-F238E27FC236}">
                <a16:creationId xmlns:a16="http://schemas.microsoft.com/office/drawing/2014/main" id="{FDA6EBE7-AD2B-4113-83B5-E2EE31EFE859}"/>
              </a:ext>
            </a:extLst>
          </p:cNvPr>
          <p:cNvSpPr>
            <a:spLocks noChangeAspect="1"/>
          </p:cNvSpPr>
          <p:nvPr userDrawn="1"/>
        </p:nvSpPr>
        <p:spPr>
          <a:xfrm>
            <a:off x="7955633" y="3832735"/>
            <a:ext cx="1704489" cy="666893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  <a:scene3d>
            <a:camera prst="orthographicFront">
              <a:rot lat="0" lon="0" rev="300000"/>
            </a:camera>
            <a:lightRig rig="threePt" dir="t"/>
          </a:scene3d>
        </p:spPr>
        <p:txBody>
          <a:bodyPr rtlCol="0" anchor="ctr"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83D4AF-F262-4D34-A6BC-E21A3CFC40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4996" y="5889668"/>
            <a:ext cx="1709017" cy="60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69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.1_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2" y="1012508"/>
            <a:ext cx="9291072" cy="3323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5D44F4-9B81-4376-AF6A-DB8A47C0D1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0365" y="333375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76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.2_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1366881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2" y="1012508"/>
            <a:ext cx="11366880" cy="4111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9F1C96-D5EF-4480-9066-9E6BAB594D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626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416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.3_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1366881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1" y="1012508"/>
            <a:ext cx="11366881" cy="3323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FBA29C-780D-4884-A022-2FDF2FE49A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11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79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.1_Заголовок 2 стр и подза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2" y="337693"/>
            <a:ext cx="9855582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3" y="1549092"/>
            <a:ext cx="9855581" cy="3323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5E443D7-A589-49C8-B72A-138F714F04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0365" y="333375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88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9.1_Заголовок 2 стр и подза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0840149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3" y="1549092"/>
            <a:ext cx="10840148" cy="3323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EE4B8C-120D-40A3-9C8B-AD686A2A6A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626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54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9.1_Заголовок 2 стр и подза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2"/>
            <a:ext cx="5678869" cy="12308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3" y="1549092"/>
            <a:ext cx="5678869" cy="377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0970E4-8225-4090-A7C9-ED87749892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11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08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4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9285669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F8C0E9-5E16-418A-8F79-68864CEA28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0365" y="333375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03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10.4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9285669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0440F1-F32D-43B4-B79F-849167B268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626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73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10.4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9285669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CEEDA9-8CE9-409F-A2DA-DA45E95E18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11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19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5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07C64EA-5C91-46FF-B196-485DAD300737}"/>
              </a:ext>
            </a:extLst>
          </p:cNvPr>
          <p:cNvGrpSpPr/>
          <p:nvPr userDrawn="1"/>
        </p:nvGrpSpPr>
        <p:grpSpPr>
          <a:xfrm>
            <a:off x="18130" y="5667048"/>
            <a:ext cx="12352174" cy="2007756"/>
            <a:chOff x="18130" y="5667048"/>
            <a:chExt cx="12352174" cy="2007756"/>
          </a:xfrm>
        </p:grpSpPr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0962E7BB-AA7D-4039-A638-B0D66D05BE19}"/>
                </a:ext>
              </a:extLst>
            </p:cNvPr>
            <p:cNvSpPr/>
            <p:nvPr userDrawn="1"/>
          </p:nvSpPr>
          <p:spPr>
            <a:xfrm rot="21134156">
              <a:off x="18130" y="5667048"/>
              <a:ext cx="12352174" cy="2007756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4942393 w 12352174"/>
                <a:gd name="connsiteY2" fmla="*/ 657591 h 2007756"/>
                <a:gd name="connsiteX3" fmla="*/ 5175025 w 12352174"/>
                <a:gd name="connsiteY3" fmla="*/ 346676 h 2007756"/>
                <a:gd name="connsiteX4" fmla="*/ 0 w 12352174"/>
                <a:gd name="connsiteY4" fmla="*/ 346676 h 2007756"/>
                <a:gd name="connsiteX5" fmla="*/ 47268 w 12352174"/>
                <a:gd name="connsiteY5" fmla="*/ 0 h 2007756"/>
                <a:gd name="connsiteX6" fmla="*/ 5791008 w 12352174"/>
                <a:gd name="connsiteY6" fmla="*/ 0 h 2007756"/>
                <a:gd name="connsiteX7" fmla="*/ 5558375 w 12352174"/>
                <a:gd name="connsiteY7" fmla="*/ 310915 h 2007756"/>
                <a:gd name="connsiteX8" fmla="*/ 12352174 w 12352174"/>
                <a:gd name="connsiteY8" fmla="*/ 310915 h 2007756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4942393 w 12352174"/>
                <a:gd name="connsiteY2" fmla="*/ 657591 h 2007756"/>
                <a:gd name="connsiteX3" fmla="*/ 0 w 12352174"/>
                <a:gd name="connsiteY3" fmla="*/ 346676 h 2007756"/>
                <a:gd name="connsiteX4" fmla="*/ 47268 w 12352174"/>
                <a:gd name="connsiteY4" fmla="*/ 0 h 2007756"/>
                <a:gd name="connsiteX5" fmla="*/ 5791008 w 12352174"/>
                <a:gd name="connsiteY5" fmla="*/ 0 h 2007756"/>
                <a:gd name="connsiteX6" fmla="*/ 5558375 w 12352174"/>
                <a:gd name="connsiteY6" fmla="*/ 310915 h 2007756"/>
                <a:gd name="connsiteX7" fmla="*/ 12352174 w 12352174"/>
                <a:gd name="connsiteY7" fmla="*/ 310915 h 2007756"/>
                <a:gd name="connsiteX0" fmla="*/ 12352174 w 12352174"/>
                <a:gd name="connsiteY0" fmla="*/ 310915 h 2007756"/>
                <a:gd name="connsiteX1" fmla="*/ 12097454 w 12352174"/>
                <a:gd name="connsiteY1" fmla="*/ 2007756 h 2007756"/>
                <a:gd name="connsiteX2" fmla="*/ 0 w 12352174"/>
                <a:gd name="connsiteY2" fmla="*/ 346676 h 2007756"/>
                <a:gd name="connsiteX3" fmla="*/ 47268 w 12352174"/>
                <a:gd name="connsiteY3" fmla="*/ 0 h 2007756"/>
                <a:gd name="connsiteX4" fmla="*/ 5791008 w 12352174"/>
                <a:gd name="connsiteY4" fmla="*/ 0 h 2007756"/>
                <a:gd name="connsiteX5" fmla="*/ 5558375 w 12352174"/>
                <a:gd name="connsiteY5" fmla="*/ 310915 h 2007756"/>
                <a:gd name="connsiteX6" fmla="*/ 12352174 w 12352174"/>
                <a:gd name="connsiteY6" fmla="*/ 310915 h 200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52174" h="2007756">
                  <a:moveTo>
                    <a:pt x="12352174" y="310915"/>
                  </a:moveTo>
                  <a:lnTo>
                    <a:pt x="12097454" y="200775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lnTo>
                    <a:pt x="12352174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E91BD8F-EBB1-4AEE-B7B2-4113683B3A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38852" y="6050786"/>
              <a:ext cx="1245161" cy="442724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1366882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205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6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791C001-6C60-4AED-BE86-CDD3A96F7077}"/>
              </a:ext>
            </a:extLst>
          </p:cNvPr>
          <p:cNvGrpSpPr/>
          <p:nvPr userDrawn="1"/>
        </p:nvGrpSpPr>
        <p:grpSpPr>
          <a:xfrm>
            <a:off x="-73070" y="5155182"/>
            <a:ext cx="12352174" cy="1702818"/>
            <a:chOff x="-73070" y="5155182"/>
            <a:chExt cx="12352174" cy="1702818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8635529C-0B2F-474F-8583-59A872D9ECB5}"/>
                </a:ext>
              </a:extLst>
            </p:cNvPr>
            <p:cNvGrpSpPr/>
            <p:nvPr userDrawn="1"/>
          </p:nvGrpSpPr>
          <p:grpSpPr>
            <a:xfrm>
              <a:off x="-73070" y="5155182"/>
              <a:ext cx="12352174" cy="1702818"/>
              <a:chOff x="-73070" y="5155182"/>
              <a:chExt cx="12352174" cy="1702818"/>
            </a:xfrm>
          </p:grpSpPr>
          <p:sp>
            <p:nvSpPr>
              <p:cNvPr id="15" name="Прямоугольный треугольник 14">
                <a:extLst>
                  <a:ext uri="{FF2B5EF4-FFF2-40B4-BE49-F238E27FC236}">
                    <a16:creationId xmlns:a16="http://schemas.microsoft.com/office/drawing/2014/main" id="{B23C226D-A790-48FD-9C09-25CC67BC594D}"/>
                  </a:ext>
                </a:extLst>
              </p:cNvPr>
              <p:cNvSpPr/>
              <p:nvPr userDrawn="1"/>
            </p:nvSpPr>
            <p:spPr>
              <a:xfrm flipH="1">
                <a:off x="-60871" y="5155182"/>
                <a:ext cx="12252871" cy="1702818"/>
              </a:xfrm>
              <a:prstGeom prst="rtTriangle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E913A1AE-151A-48A5-A785-5295838C9869}"/>
                  </a:ext>
                </a:extLst>
              </p:cNvPr>
              <p:cNvSpPr/>
              <p:nvPr userDrawn="1"/>
            </p:nvSpPr>
            <p:spPr>
              <a:xfrm rot="21134156">
                <a:off x="-73070" y="5673236"/>
                <a:ext cx="12352174" cy="657591"/>
              </a:xfrm>
              <a:custGeom>
                <a:avLst/>
                <a:gdLst>
                  <a:gd name="connsiteX0" fmla="*/ 12352174 w 12352174"/>
                  <a:gd name="connsiteY0" fmla="*/ 310915 h 657591"/>
                  <a:gd name="connsiteX1" fmla="*/ 12304906 w 12352174"/>
                  <a:gd name="connsiteY1" fmla="*/ 657591 h 657591"/>
                  <a:gd name="connsiteX2" fmla="*/ 4942393 w 12352174"/>
                  <a:gd name="connsiteY2" fmla="*/ 657591 h 657591"/>
                  <a:gd name="connsiteX3" fmla="*/ 5175025 w 12352174"/>
                  <a:gd name="connsiteY3" fmla="*/ 346676 h 657591"/>
                  <a:gd name="connsiteX4" fmla="*/ 0 w 12352174"/>
                  <a:gd name="connsiteY4" fmla="*/ 346676 h 657591"/>
                  <a:gd name="connsiteX5" fmla="*/ 47268 w 12352174"/>
                  <a:gd name="connsiteY5" fmla="*/ 0 h 657591"/>
                  <a:gd name="connsiteX6" fmla="*/ 5791008 w 12352174"/>
                  <a:gd name="connsiteY6" fmla="*/ 0 h 657591"/>
                  <a:gd name="connsiteX7" fmla="*/ 5558375 w 12352174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52174" h="657591">
                    <a:moveTo>
                      <a:pt x="12352174" y="310915"/>
                    </a:moveTo>
                    <a:lnTo>
                      <a:pt x="12304906" y="657591"/>
                    </a:lnTo>
                    <a:lnTo>
                      <a:pt x="4942393" y="657591"/>
                    </a:lnTo>
                    <a:lnTo>
                      <a:pt x="5175025" y="346676"/>
                    </a:lnTo>
                    <a:lnTo>
                      <a:pt x="0" y="346676"/>
                    </a:lnTo>
                    <a:lnTo>
                      <a:pt x="47268" y="0"/>
                    </a:lnTo>
                    <a:lnTo>
                      <a:pt x="5791008" y="0"/>
                    </a:lnTo>
                    <a:lnTo>
                      <a:pt x="5558375" y="31091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4008D371-AE58-45B7-A282-901461CA45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757" y="6051459"/>
              <a:ext cx="1243270" cy="442051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1366882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812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7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67CD2F9-3FCC-4AFE-8F11-8950E2D21B8A}"/>
              </a:ext>
            </a:extLst>
          </p:cNvPr>
          <p:cNvGrpSpPr/>
          <p:nvPr userDrawn="1"/>
        </p:nvGrpSpPr>
        <p:grpSpPr>
          <a:xfrm>
            <a:off x="-74431" y="5155182"/>
            <a:ext cx="12352174" cy="1702818"/>
            <a:chOff x="-74431" y="5155182"/>
            <a:chExt cx="12352174" cy="1702818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89424B95-6347-4D2E-BEC3-E626C293E849}"/>
                </a:ext>
              </a:extLst>
            </p:cNvPr>
            <p:cNvGrpSpPr/>
            <p:nvPr userDrawn="1"/>
          </p:nvGrpSpPr>
          <p:grpSpPr>
            <a:xfrm>
              <a:off x="-74431" y="5155182"/>
              <a:ext cx="12352174" cy="1702818"/>
              <a:chOff x="-73070" y="5155182"/>
              <a:chExt cx="12352174" cy="1702818"/>
            </a:xfrm>
          </p:grpSpPr>
          <p:sp>
            <p:nvSpPr>
              <p:cNvPr id="16" name="Прямоугольный треугольник 15">
                <a:extLst>
                  <a:ext uri="{FF2B5EF4-FFF2-40B4-BE49-F238E27FC236}">
                    <a16:creationId xmlns:a16="http://schemas.microsoft.com/office/drawing/2014/main" id="{704DEBC9-3F55-4F6A-A146-489B5AD3D131}"/>
                  </a:ext>
                </a:extLst>
              </p:cNvPr>
              <p:cNvSpPr/>
              <p:nvPr userDrawn="1"/>
            </p:nvSpPr>
            <p:spPr>
              <a:xfrm flipH="1">
                <a:off x="-60871" y="5155182"/>
                <a:ext cx="12252871" cy="1702818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5182D8DE-9928-4052-9600-E748849751D9}"/>
                  </a:ext>
                </a:extLst>
              </p:cNvPr>
              <p:cNvSpPr/>
              <p:nvPr userDrawn="1"/>
            </p:nvSpPr>
            <p:spPr>
              <a:xfrm rot="21134156">
                <a:off x="-73070" y="5673236"/>
                <a:ext cx="12352174" cy="657591"/>
              </a:xfrm>
              <a:custGeom>
                <a:avLst/>
                <a:gdLst>
                  <a:gd name="connsiteX0" fmla="*/ 12352174 w 12352174"/>
                  <a:gd name="connsiteY0" fmla="*/ 310915 h 657591"/>
                  <a:gd name="connsiteX1" fmla="*/ 12304906 w 12352174"/>
                  <a:gd name="connsiteY1" fmla="*/ 657591 h 657591"/>
                  <a:gd name="connsiteX2" fmla="*/ 4942393 w 12352174"/>
                  <a:gd name="connsiteY2" fmla="*/ 657591 h 657591"/>
                  <a:gd name="connsiteX3" fmla="*/ 5175025 w 12352174"/>
                  <a:gd name="connsiteY3" fmla="*/ 346676 h 657591"/>
                  <a:gd name="connsiteX4" fmla="*/ 0 w 12352174"/>
                  <a:gd name="connsiteY4" fmla="*/ 346676 h 657591"/>
                  <a:gd name="connsiteX5" fmla="*/ 47268 w 12352174"/>
                  <a:gd name="connsiteY5" fmla="*/ 0 h 657591"/>
                  <a:gd name="connsiteX6" fmla="*/ 5791008 w 12352174"/>
                  <a:gd name="connsiteY6" fmla="*/ 0 h 657591"/>
                  <a:gd name="connsiteX7" fmla="*/ 5558375 w 12352174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52174" h="657591">
                    <a:moveTo>
                      <a:pt x="12352174" y="310915"/>
                    </a:moveTo>
                    <a:lnTo>
                      <a:pt x="12304906" y="657591"/>
                    </a:lnTo>
                    <a:lnTo>
                      <a:pt x="4942393" y="657591"/>
                    </a:lnTo>
                    <a:lnTo>
                      <a:pt x="5175025" y="346676"/>
                    </a:lnTo>
                    <a:lnTo>
                      <a:pt x="0" y="346676"/>
                    </a:lnTo>
                    <a:lnTo>
                      <a:pt x="47268" y="0"/>
                    </a:lnTo>
                    <a:lnTo>
                      <a:pt x="5791008" y="0"/>
                    </a:lnTo>
                    <a:lnTo>
                      <a:pt x="5558375" y="31091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2FBB70D8-EAFD-4F97-B46E-C30FA1DFF7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1626" y="6051458"/>
              <a:ext cx="1243271" cy="442052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1366882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5852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8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0508777" cy="5798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F963869A-0C4A-43D7-96D3-3C026453B8AA}"/>
              </a:ext>
            </a:extLst>
          </p:cNvPr>
          <p:cNvGrpSpPr/>
          <p:nvPr userDrawn="1"/>
        </p:nvGrpSpPr>
        <p:grpSpPr>
          <a:xfrm>
            <a:off x="10538852" y="-9651"/>
            <a:ext cx="2502840" cy="7339301"/>
            <a:chOff x="10538852" y="-9651"/>
            <a:chExt cx="2502840" cy="7339301"/>
          </a:xfrm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C97118EC-51FD-499A-B962-D0FB796681EA}"/>
                </a:ext>
              </a:extLst>
            </p:cNvPr>
            <p:cNvSpPr/>
            <p:nvPr userDrawn="1"/>
          </p:nvSpPr>
          <p:spPr>
            <a:xfrm rot="17114731">
              <a:off x="8125192" y="2413150"/>
              <a:ext cx="7339301" cy="2493699"/>
            </a:xfrm>
            <a:custGeom>
              <a:avLst/>
              <a:gdLst>
                <a:gd name="connsiteX0" fmla="*/ 7244815 w 7339301"/>
                <a:gd name="connsiteY0" fmla="*/ 310915 h 657591"/>
                <a:gd name="connsiteX1" fmla="*/ 7339301 w 7339301"/>
                <a:gd name="connsiteY1" fmla="*/ 657591 h 657591"/>
                <a:gd name="connsiteX2" fmla="*/ 3246700 w 7339301"/>
                <a:gd name="connsiteY2" fmla="*/ 657591 h 657591"/>
                <a:gd name="connsiteX3" fmla="*/ 3409006 w 7339301"/>
                <a:gd name="connsiteY3" fmla="*/ 346676 h 657591"/>
                <a:gd name="connsiteX4" fmla="*/ 94486 w 7339301"/>
                <a:gd name="connsiteY4" fmla="*/ 346676 h 657591"/>
                <a:gd name="connsiteX5" fmla="*/ 0 w 7339301"/>
                <a:gd name="connsiteY5" fmla="*/ 0 h 657591"/>
                <a:gd name="connsiteX6" fmla="*/ 3838771 w 7339301"/>
                <a:gd name="connsiteY6" fmla="*/ 0 h 657591"/>
                <a:gd name="connsiteX7" fmla="*/ 3676465 w 7339301"/>
                <a:gd name="connsiteY7" fmla="*/ 310915 h 657591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3409006 w 7339301"/>
                <a:gd name="connsiteY3" fmla="*/ 346676 h 2523107"/>
                <a:gd name="connsiteX4" fmla="*/ 94486 w 7339301"/>
                <a:gd name="connsiteY4" fmla="*/ 346676 h 2523107"/>
                <a:gd name="connsiteX5" fmla="*/ 0 w 7339301"/>
                <a:gd name="connsiteY5" fmla="*/ 0 h 2523107"/>
                <a:gd name="connsiteX6" fmla="*/ 3838771 w 7339301"/>
                <a:gd name="connsiteY6" fmla="*/ 0 h 2523107"/>
                <a:gd name="connsiteX7" fmla="*/ 3676465 w 7339301"/>
                <a:gd name="connsiteY7" fmla="*/ 310915 h 2523107"/>
                <a:gd name="connsiteX8" fmla="*/ 7244815 w 7339301"/>
                <a:gd name="connsiteY8" fmla="*/ 310915 h 2523107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94486 w 7339301"/>
                <a:gd name="connsiteY3" fmla="*/ 346676 h 2523107"/>
                <a:gd name="connsiteX4" fmla="*/ 0 w 7339301"/>
                <a:gd name="connsiteY4" fmla="*/ 0 h 2523107"/>
                <a:gd name="connsiteX5" fmla="*/ 3838771 w 7339301"/>
                <a:gd name="connsiteY5" fmla="*/ 0 h 2523107"/>
                <a:gd name="connsiteX6" fmla="*/ 3676465 w 7339301"/>
                <a:gd name="connsiteY6" fmla="*/ 310915 h 2523107"/>
                <a:gd name="connsiteX7" fmla="*/ 7244815 w 7339301"/>
                <a:gd name="connsiteY7" fmla="*/ 310915 h 2523107"/>
                <a:gd name="connsiteX0" fmla="*/ 7244815 w 7339301"/>
                <a:gd name="connsiteY0" fmla="*/ 310915 h 2523107"/>
                <a:gd name="connsiteX1" fmla="*/ 7339301 w 7339301"/>
                <a:gd name="connsiteY1" fmla="*/ 657591 h 2523107"/>
                <a:gd name="connsiteX2" fmla="*/ 690737 w 7339301"/>
                <a:gd name="connsiteY2" fmla="*/ 2523107 h 2523107"/>
                <a:gd name="connsiteX3" fmla="*/ 94486 w 7339301"/>
                <a:gd name="connsiteY3" fmla="*/ 346676 h 2523107"/>
                <a:gd name="connsiteX4" fmla="*/ 0 w 7339301"/>
                <a:gd name="connsiteY4" fmla="*/ 0 h 2523107"/>
                <a:gd name="connsiteX5" fmla="*/ 3838771 w 7339301"/>
                <a:gd name="connsiteY5" fmla="*/ 0 h 2523107"/>
                <a:gd name="connsiteX6" fmla="*/ 3676465 w 7339301"/>
                <a:gd name="connsiteY6" fmla="*/ 310915 h 2523107"/>
                <a:gd name="connsiteX7" fmla="*/ 7244815 w 7339301"/>
                <a:gd name="connsiteY7" fmla="*/ 310915 h 2523107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  <a:gd name="connsiteX0" fmla="*/ 7244815 w 7339301"/>
                <a:gd name="connsiteY0" fmla="*/ 310915 h 2493699"/>
                <a:gd name="connsiteX1" fmla="*/ 7339301 w 7339301"/>
                <a:gd name="connsiteY1" fmla="*/ 657591 h 2493699"/>
                <a:gd name="connsiteX2" fmla="*/ 682722 w 7339301"/>
                <a:gd name="connsiteY2" fmla="*/ 2493699 h 2493699"/>
                <a:gd name="connsiteX3" fmla="*/ 94486 w 7339301"/>
                <a:gd name="connsiteY3" fmla="*/ 346676 h 2493699"/>
                <a:gd name="connsiteX4" fmla="*/ 0 w 7339301"/>
                <a:gd name="connsiteY4" fmla="*/ 0 h 2493699"/>
                <a:gd name="connsiteX5" fmla="*/ 3838771 w 7339301"/>
                <a:gd name="connsiteY5" fmla="*/ 0 h 2493699"/>
                <a:gd name="connsiteX6" fmla="*/ 3676465 w 7339301"/>
                <a:gd name="connsiteY6" fmla="*/ 310915 h 2493699"/>
                <a:gd name="connsiteX7" fmla="*/ 7244815 w 7339301"/>
                <a:gd name="connsiteY7" fmla="*/ 310915 h 249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9301" h="2493699">
                  <a:moveTo>
                    <a:pt x="7244815" y="310915"/>
                  </a:moveTo>
                  <a:lnTo>
                    <a:pt x="7339301" y="657591"/>
                  </a:lnTo>
                  <a:lnTo>
                    <a:pt x="682722" y="2493699"/>
                  </a:lnTo>
                  <a:lnTo>
                    <a:pt x="94486" y="346676"/>
                  </a:lnTo>
                  <a:lnTo>
                    <a:pt x="0" y="0"/>
                  </a:lnTo>
                  <a:lnTo>
                    <a:pt x="3838771" y="0"/>
                  </a:lnTo>
                  <a:lnTo>
                    <a:pt x="3676465" y="310915"/>
                  </a:lnTo>
                  <a:lnTo>
                    <a:pt x="7244815" y="3109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5A1BC08-A606-4EFD-9B25-9AB2C31FB7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38852" y="6050786"/>
              <a:ext cx="1245161" cy="442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8592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9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0525189" cy="5788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F83FB3A4-2318-442F-9732-9B50EA2113CD}"/>
              </a:ext>
            </a:extLst>
          </p:cNvPr>
          <p:cNvGrpSpPr/>
          <p:nvPr userDrawn="1"/>
        </p:nvGrpSpPr>
        <p:grpSpPr>
          <a:xfrm>
            <a:off x="9629673" y="-251061"/>
            <a:ext cx="2558658" cy="7339301"/>
            <a:chOff x="9629673" y="-251061"/>
            <a:chExt cx="2558658" cy="7339301"/>
          </a:xfrm>
        </p:grpSpPr>
        <p:sp>
          <p:nvSpPr>
            <p:cNvPr id="12" name="Прямоугольный треугольник 11">
              <a:extLst>
                <a:ext uri="{FF2B5EF4-FFF2-40B4-BE49-F238E27FC236}">
                  <a16:creationId xmlns:a16="http://schemas.microsoft.com/office/drawing/2014/main" id="{C4DCFA14-4496-4B13-9A4C-C4B81FA7A585}"/>
                </a:ext>
              </a:extLst>
            </p:cNvPr>
            <p:cNvSpPr/>
            <p:nvPr userDrawn="1"/>
          </p:nvSpPr>
          <p:spPr>
            <a:xfrm flipH="1">
              <a:off x="9629673" y="-164007"/>
              <a:ext cx="2558658" cy="7022007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61791566-8777-43FB-AE91-FD5E07BE947A}"/>
                </a:ext>
              </a:extLst>
            </p:cNvPr>
            <p:cNvSpPr/>
            <p:nvPr/>
          </p:nvSpPr>
          <p:spPr>
            <a:xfrm rot="17114731">
              <a:off x="7220542" y="3089794"/>
              <a:ext cx="7339301" cy="657591"/>
            </a:xfrm>
            <a:custGeom>
              <a:avLst/>
              <a:gdLst>
                <a:gd name="connsiteX0" fmla="*/ 7244815 w 7339301"/>
                <a:gd name="connsiteY0" fmla="*/ 310915 h 657591"/>
                <a:gd name="connsiteX1" fmla="*/ 7339301 w 7339301"/>
                <a:gd name="connsiteY1" fmla="*/ 657591 h 657591"/>
                <a:gd name="connsiteX2" fmla="*/ 3246700 w 7339301"/>
                <a:gd name="connsiteY2" fmla="*/ 657591 h 657591"/>
                <a:gd name="connsiteX3" fmla="*/ 3409006 w 7339301"/>
                <a:gd name="connsiteY3" fmla="*/ 346676 h 657591"/>
                <a:gd name="connsiteX4" fmla="*/ 94486 w 7339301"/>
                <a:gd name="connsiteY4" fmla="*/ 346676 h 657591"/>
                <a:gd name="connsiteX5" fmla="*/ 0 w 7339301"/>
                <a:gd name="connsiteY5" fmla="*/ 0 h 657591"/>
                <a:gd name="connsiteX6" fmla="*/ 3838771 w 7339301"/>
                <a:gd name="connsiteY6" fmla="*/ 0 h 657591"/>
                <a:gd name="connsiteX7" fmla="*/ 3676465 w 7339301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39301" h="657591">
                  <a:moveTo>
                    <a:pt x="7244815" y="310915"/>
                  </a:moveTo>
                  <a:lnTo>
                    <a:pt x="7339301" y="657591"/>
                  </a:lnTo>
                  <a:lnTo>
                    <a:pt x="3246700" y="657591"/>
                  </a:lnTo>
                  <a:lnTo>
                    <a:pt x="3409006" y="346676"/>
                  </a:lnTo>
                  <a:lnTo>
                    <a:pt x="94486" y="346676"/>
                  </a:lnTo>
                  <a:lnTo>
                    <a:pt x="0" y="0"/>
                  </a:lnTo>
                  <a:lnTo>
                    <a:pt x="3838771" y="0"/>
                  </a:lnTo>
                  <a:lnTo>
                    <a:pt x="3676465" y="3109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B1F34359-D714-4E6B-8515-5CAEB0404B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757" y="6051459"/>
              <a:ext cx="1243270" cy="4420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5683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10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0694565" cy="5788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560BFC4-B805-4D14-84BB-55FD9A11413A}"/>
              </a:ext>
            </a:extLst>
          </p:cNvPr>
          <p:cNvGrpSpPr/>
          <p:nvPr userDrawn="1"/>
        </p:nvGrpSpPr>
        <p:grpSpPr>
          <a:xfrm>
            <a:off x="9633338" y="-251061"/>
            <a:ext cx="2558658" cy="7339301"/>
            <a:chOff x="9633338" y="-251061"/>
            <a:chExt cx="2558658" cy="7339301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8A3CB841-C63D-4C0F-90D3-48209D877BAA}"/>
                </a:ext>
              </a:extLst>
            </p:cNvPr>
            <p:cNvGrpSpPr/>
            <p:nvPr userDrawn="1"/>
          </p:nvGrpSpPr>
          <p:grpSpPr>
            <a:xfrm>
              <a:off x="9633338" y="-251061"/>
              <a:ext cx="2558658" cy="7339301"/>
              <a:chOff x="9633338" y="-251061"/>
              <a:chExt cx="2558658" cy="7339301"/>
            </a:xfrm>
          </p:grpSpPr>
          <p:sp>
            <p:nvSpPr>
              <p:cNvPr id="15" name="Прямоугольный треугольник 14">
                <a:extLst>
                  <a:ext uri="{FF2B5EF4-FFF2-40B4-BE49-F238E27FC236}">
                    <a16:creationId xmlns:a16="http://schemas.microsoft.com/office/drawing/2014/main" id="{04181021-3DD7-41D0-AD98-24E663120CC4}"/>
                  </a:ext>
                </a:extLst>
              </p:cNvPr>
              <p:cNvSpPr/>
              <p:nvPr userDrawn="1"/>
            </p:nvSpPr>
            <p:spPr>
              <a:xfrm flipH="1">
                <a:off x="9633338" y="-164007"/>
                <a:ext cx="2558658" cy="7022007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3B311C2C-855D-44C3-BEF6-A3961E0BCB33}"/>
                  </a:ext>
                </a:extLst>
              </p:cNvPr>
              <p:cNvSpPr/>
              <p:nvPr userDrawn="1"/>
            </p:nvSpPr>
            <p:spPr>
              <a:xfrm rot="17114731">
                <a:off x="7224207" y="3089794"/>
                <a:ext cx="7339301" cy="657591"/>
              </a:xfrm>
              <a:custGeom>
                <a:avLst/>
                <a:gdLst>
                  <a:gd name="connsiteX0" fmla="*/ 7244815 w 7339301"/>
                  <a:gd name="connsiteY0" fmla="*/ 310915 h 657591"/>
                  <a:gd name="connsiteX1" fmla="*/ 7339301 w 7339301"/>
                  <a:gd name="connsiteY1" fmla="*/ 657591 h 657591"/>
                  <a:gd name="connsiteX2" fmla="*/ 3246700 w 7339301"/>
                  <a:gd name="connsiteY2" fmla="*/ 657591 h 657591"/>
                  <a:gd name="connsiteX3" fmla="*/ 3409006 w 7339301"/>
                  <a:gd name="connsiteY3" fmla="*/ 346676 h 657591"/>
                  <a:gd name="connsiteX4" fmla="*/ 94486 w 7339301"/>
                  <a:gd name="connsiteY4" fmla="*/ 346676 h 657591"/>
                  <a:gd name="connsiteX5" fmla="*/ 0 w 7339301"/>
                  <a:gd name="connsiteY5" fmla="*/ 0 h 657591"/>
                  <a:gd name="connsiteX6" fmla="*/ 3838771 w 7339301"/>
                  <a:gd name="connsiteY6" fmla="*/ 0 h 657591"/>
                  <a:gd name="connsiteX7" fmla="*/ 3676465 w 7339301"/>
                  <a:gd name="connsiteY7" fmla="*/ 310915 h 657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339301" h="657591">
                    <a:moveTo>
                      <a:pt x="7244815" y="310915"/>
                    </a:moveTo>
                    <a:lnTo>
                      <a:pt x="7339301" y="657591"/>
                    </a:lnTo>
                    <a:lnTo>
                      <a:pt x="3246700" y="657591"/>
                    </a:lnTo>
                    <a:lnTo>
                      <a:pt x="3409006" y="346676"/>
                    </a:lnTo>
                    <a:lnTo>
                      <a:pt x="94486" y="346676"/>
                    </a:lnTo>
                    <a:lnTo>
                      <a:pt x="0" y="0"/>
                    </a:lnTo>
                    <a:lnTo>
                      <a:pt x="3838771" y="0"/>
                    </a:lnTo>
                    <a:lnTo>
                      <a:pt x="3676465" y="31091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791431D1-497F-4AD7-B261-DE217879E1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1626" y="6051458"/>
              <a:ext cx="1243271" cy="442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5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11_Только заголовок 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0694565" cy="5788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617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10.4_Только заголовок в 2 ст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9285669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FCEFD8-AE3A-4E43-A755-EE22A37A16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0365" y="333375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86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10.4_Только заголовок в 2 ст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9285669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58C6E6-6EAF-42AE-A9DC-91BA3F77B3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626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95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1._Заголвоок в 2 стр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4413" y="337693"/>
            <a:ext cx="5679600" cy="108452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6F282E-865F-465D-A5C9-0D8BA3FBF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626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07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._Заголовок 2 стр и подзаг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37693"/>
            <a:ext cx="5471161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2" y="1549092"/>
            <a:ext cx="5471160" cy="2590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34CDA5-BEE3-4F69-B8A7-AEECCAB70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626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75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12._Заголовок 2 стр и подзаг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37693"/>
            <a:ext cx="5471161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2" y="1549092"/>
            <a:ext cx="5471160" cy="2590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646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12._Заголовок 2 стр и подзаг слева бе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0" y="2490584"/>
            <a:ext cx="5471161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2" y="3701983"/>
            <a:ext cx="5471160" cy="2590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227101-554B-4D63-9E4E-35BDC1ED5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11" y="6051458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4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12._Заголовок 2 стр и подзаг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95556B-AC43-48DB-865B-FE3A2ED12AF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51000">
                <a:schemeClr val="accent1">
                  <a:lumMod val="60000"/>
                  <a:lumOff val="40000"/>
                </a:schemeClr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0" y="2490584"/>
            <a:ext cx="5471161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2" y="3701983"/>
            <a:ext cx="5471160" cy="2590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17370B-E459-462F-A025-4BED6545D8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88" y="6053455"/>
            <a:ext cx="1245161" cy="4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50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.1_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2" y="337693"/>
            <a:ext cx="8930068" cy="10845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2" y="1562606"/>
            <a:ext cx="9291072" cy="3323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64C4024-3EC4-9455-C7CC-065F855596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3099" y="1910245"/>
            <a:ext cx="6030913" cy="3557587"/>
          </a:xfrm>
          <a:solidFill>
            <a:srgbClr val="00B5EF"/>
          </a:solidFill>
        </p:spPr>
        <p:txBody>
          <a:bodyPr/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DEF801-B29A-4B3E-BF89-B13DB6302BC2}"/>
              </a:ext>
            </a:extLst>
          </p:cNvPr>
          <p:cNvSpPr txBox="1"/>
          <p:nvPr userDrawn="1"/>
        </p:nvSpPr>
        <p:spPr>
          <a:xfrm>
            <a:off x="-4490720" y="2218497"/>
            <a:ext cx="4277360" cy="2659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lang="ru-RU" sz="2400" dirty="0">
                <a:solidFill>
                  <a:schemeClr val="bg1"/>
                </a:solidFill>
              </a:rPr>
              <a:t>Рамка для вставки рисунка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находится под </a:t>
            </a:r>
            <a:r>
              <a:rPr lang="ru-RU" sz="2400" dirty="0" err="1">
                <a:solidFill>
                  <a:schemeClr val="bg1"/>
                </a:solidFill>
              </a:rPr>
              <a:t>мокапом</a:t>
            </a:r>
            <a:r>
              <a:rPr lang="ru-RU" sz="2400" dirty="0">
                <a:solidFill>
                  <a:schemeClr val="bg1"/>
                </a:solidFill>
              </a:rPr>
              <a:t>,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во втором слое. Чтобы вставить картинку в </a:t>
            </a:r>
            <a:r>
              <a:rPr lang="ru-RU" sz="2400" dirty="0" err="1">
                <a:solidFill>
                  <a:schemeClr val="bg1"/>
                </a:solidFill>
              </a:rPr>
              <a:t>мокап</a:t>
            </a:r>
            <a:r>
              <a:rPr lang="ru-RU" sz="2400" dirty="0">
                <a:solidFill>
                  <a:schemeClr val="bg1"/>
                </a:solidFill>
              </a:rPr>
              <a:t>, смещаете его, вставляете картинку или скрин экрана телефона в рамку и возвращаете </a:t>
            </a:r>
            <a:r>
              <a:rPr lang="ru-RU" sz="2400" dirty="0" err="1">
                <a:solidFill>
                  <a:schemeClr val="bg1"/>
                </a:solidFill>
              </a:rPr>
              <a:t>мокап</a:t>
            </a:r>
            <a:r>
              <a:rPr lang="ru-RU" sz="2400" dirty="0">
                <a:solidFill>
                  <a:schemeClr val="bg1"/>
                </a:solidFill>
              </a:rPr>
              <a:t> на место</a:t>
            </a:r>
          </a:p>
        </p:txBody>
      </p:sp>
    </p:spTree>
    <p:extLst>
      <p:ext uri="{BB962C8B-B14F-4D97-AF65-F5344CB8AC3E}">
        <p14:creationId xmlns:p14="http://schemas.microsoft.com/office/powerpoint/2010/main" val="2844760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8.1_Заголовок 1 стр и подзаг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2" y="1012508"/>
            <a:ext cx="9291072" cy="3323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64C4024-3EC4-9455-C7CC-065F855596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27144" y="1808163"/>
            <a:ext cx="1652412" cy="3557587"/>
          </a:xfrm>
          <a:solidFill>
            <a:srgbClr val="00B5EF"/>
          </a:solidFill>
        </p:spPr>
        <p:txBody>
          <a:bodyPr/>
          <a:lstStyle/>
          <a:p>
            <a:endParaRPr lang="ru-RU"/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04D573FE-F0DA-AF13-E9D5-AB605DE916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08204" y="1808163"/>
            <a:ext cx="1652412" cy="3557587"/>
          </a:xfrm>
          <a:solidFill>
            <a:srgbClr val="00B5EF"/>
          </a:solidFill>
        </p:spPr>
        <p:txBody>
          <a:bodyPr/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5A5F4-DF2F-4C5D-B5CA-A27ED778A25F}"/>
              </a:ext>
            </a:extLst>
          </p:cNvPr>
          <p:cNvSpPr txBox="1"/>
          <p:nvPr userDrawn="1"/>
        </p:nvSpPr>
        <p:spPr>
          <a:xfrm>
            <a:off x="-4490720" y="2218497"/>
            <a:ext cx="4277360" cy="2659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lang="ru-RU" sz="2400" dirty="0">
                <a:solidFill>
                  <a:schemeClr val="bg1"/>
                </a:solidFill>
              </a:rPr>
              <a:t>Рамка для вставки рисунка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находится под </a:t>
            </a:r>
            <a:r>
              <a:rPr lang="ru-RU" sz="2400" dirty="0" err="1">
                <a:solidFill>
                  <a:schemeClr val="bg1"/>
                </a:solidFill>
              </a:rPr>
              <a:t>мокапом</a:t>
            </a:r>
            <a:r>
              <a:rPr lang="ru-RU" sz="2400" dirty="0">
                <a:solidFill>
                  <a:schemeClr val="bg1"/>
                </a:solidFill>
              </a:rPr>
              <a:t>,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во втором слое. Чтобы вставить картинку в </a:t>
            </a:r>
            <a:r>
              <a:rPr lang="ru-RU" sz="2400" dirty="0" err="1">
                <a:solidFill>
                  <a:schemeClr val="bg1"/>
                </a:solidFill>
              </a:rPr>
              <a:t>мокап</a:t>
            </a:r>
            <a:r>
              <a:rPr lang="ru-RU" sz="2400" dirty="0">
                <a:solidFill>
                  <a:schemeClr val="bg1"/>
                </a:solidFill>
              </a:rPr>
              <a:t>, смещаете его, вставляете картинку или скрин экрана телефона в рамку и возвращаете </a:t>
            </a:r>
            <a:r>
              <a:rPr lang="ru-RU" sz="2400" dirty="0" err="1">
                <a:solidFill>
                  <a:schemeClr val="bg1"/>
                </a:solidFill>
              </a:rPr>
              <a:t>мокап</a:t>
            </a:r>
            <a:r>
              <a:rPr lang="ru-RU" sz="2400" dirty="0">
                <a:solidFill>
                  <a:schemeClr val="bg1"/>
                </a:solidFill>
              </a:rPr>
              <a:t> на место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9A337F-4B43-4FB0-B320-BE9E85538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0365" y="333375"/>
            <a:ext cx="1243271" cy="44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04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8.1_Заголовок 1 стр и подза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B4100-4C3C-11FD-382A-FC42D254C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47402-FD9A-5D1A-5D5E-542DD3AAAE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7132" y="1012508"/>
            <a:ext cx="9291072" cy="3323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C9E6A-4630-A993-0E3B-22A4079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1062E-B475-7662-0A87-52DC8BB8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86AD0-CB55-9425-8795-3124FB5C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64C4024-3EC4-9455-C7CC-065F855596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3099" y="1910245"/>
            <a:ext cx="6030913" cy="3557587"/>
          </a:xfrm>
          <a:solidFill>
            <a:srgbClr val="00B5EF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39335D-826C-43F3-919E-773796204F74}"/>
              </a:ext>
            </a:extLst>
          </p:cNvPr>
          <p:cNvSpPr txBox="1"/>
          <p:nvPr userDrawn="1"/>
        </p:nvSpPr>
        <p:spPr>
          <a:xfrm>
            <a:off x="-4490720" y="2218497"/>
            <a:ext cx="4277360" cy="2659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lang="ru-RU" sz="2400" dirty="0">
                <a:solidFill>
                  <a:schemeClr val="bg1"/>
                </a:solidFill>
              </a:rPr>
              <a:t>Рамка для вставки рисунка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находится под </a:t>
            </a:r>
            <a:r>
              <a:rPr lang="ru-RU" sz="2400" dirty="0" err="1">
                <a:solidFill>
                  <a:schemeClr val="bg1"/>
                </a:solidFill>
              </a:rPr>
              <a:t>мокапом</a:t>
            </a:r>
            <a:r>
              <a:rPr lang="ru-RU" sz="2400" dirty="0">
                <a:solidFill>
                  <a:schemeClr val="bg1"/>
                </a:solidFill>
              </a:rPr>
              <a:t>,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во втором слое. Чтобы вставить картинку в </a:t>
            </a:r>
            <a:r>
              <a:rPr lang="ru-RU" sz="2400" dirty="0" err="1">
                <a:solidFill>
                  <a:schemeClr val="bg1"/>
                </a:solidFill>
              </a:rPr>
              <a:t>мокап</a:t>
            </a:r>
            <a:r>
              <a:rPr lang="ru-RU" sz="2400" dirty="0">
                <a:solidFill>
                  <a:schemeClr val="bg1"/>
                </a:solidFill>
              </a:rPr>
              <a:t>, смещаете его, вставляете картинку или скрин экрана телефона в рамку и возвращаете </a:t>
            </a:r>
            <a:r>
              <a:rPr lang="ru-RU" sz="2400" dirty="0" err="1">
                <a:solidFill>
                  <a:schemeClr val="bg1"/>
                </a:solidFill>
              </a:rPr>
              <a:t>мокап</a:t>
            </a:r>
            <a:r>
              <a:rPr lang="ru-RU" sz="2400" dirty="0">
                <a:solidFill>
                  <a:schemeClr val="bg1"/>
                </a:solidFill>
              </a:rPr>
              <a:t> на место</a:t>
            </a:r>
          </a:p>
        </p:txBody>
      </p:sp>
    </p:spTree>
    <p:extLst>
      <p:ext uri="{BB962C8B-B14F-4D97-AF65-F5344CB8AC3E}">
        <p14:creationId xmlns:p14="http://schemas.microsoft.com/office/powerpoint/2010/main" val="1876993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2B8765-745E-419A-AD69-A110AA5BEA8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50000">
                <a:schemeClr val="accent1">
                  <a:lumMod val="60000"/>
                  <a:lumOff val="40000"/>
                </a:schemeClr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5130229" cy="542841"/>
          </a:xfrm>
        </p:spPr>
        <p:txBody>
          <a:bodyPr/>
          <a:lstStyle>
            <a:lvl1pPr>
              <a:defRPr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ru-RU" dirty="0"/>
              <a:t>ЛОГОТИПЫ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Рисунок 8">
            <a:extLst>
              <a:ext uri="{FF2B5EF4-FFF2-40B4-BE49-F238E27FC236}">
                <a16:creationId xmlns:a16="http://schemas.microsoft.com/office/drawing/2014/main" id="{ED3941A0-CEFD-4F65-9630-D8C622E739A9}"/>
              </a:ext>
            </a:extLst>
          </p:cNvPr>
          <p:cNvSpPr>
            <a:spLocks noChangeAspect="1"/>
          </p:cNvSpPr>
          <p:nvPr userDrawn="1"/>
        </p:nvSpPr>
        <p:spPr>
          <a:xfrm>
            <a:off x="417131" y="4359451"/>
            <a:ext cx="4154362" cy="1625424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7343D18A-CCFA-45DE-AB74-F822CA3899F8}"/>
              </a:ext>
            </a:extLst>
          </p:cNvPr>
          <p:cNvSpPr>
            <a:spLocks noChangeAspect="1"/>
          </p:cNvSpPr>
          <p:nvPr userDrawn="1"/>
        </p:nvSpPr>
        <p:spPr>
          <a:xfrm>
            <a:off x="7629651" y="4359451"/>
            <a:ext cx="4154362" cy="1625424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tx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46DCA95-B380-4D9E-8641-3E6F1BFC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812" y="1818596"/>
            <a:ext cx="4190698" cy="149002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9286030-3EB2-4BC9-96F5-2BBD8ED28F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3315" y="1818596"/>
            <a:ext cx="4190698" cy="149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16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87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Только 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22D36ED-C0C3-488E-8276-99E2705DBDF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5678869" cy="542841"/>
          </a:xfrm>
        </p:spPr>
        <p:txBody>
          <a:bodyPr/>
          <a:lstStyle>
            <a:lvl1pPr>
              <a:defRPr>
                <a:gradFill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5400000" scaled="1"/>
                </a:gradFill>
              </a:defRPr>
            </a:lvl1pPr>
          </a:lstStyle>
          <a:p>
            <a:r>
              <a:rPr lang="ru-RU" dirty="0"/>
              <a:t>ЛОГОТИПЫ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Рисунок 8">
            <a:extLst>
              <a:ext uri="{FF2B5EF4-FFF2-40B4-BE49-F238E27FC236}">
                <a16:creationId xmlns:a16="http://schemas.microsoft.com/office/drawing/2014/main" id="{1E259D5B-EFC4-4E23-B971-0B8CB9B189D7}"/>
              </a:ext>
            </a:extLst>
          </p:cNvPr>
          <p:cNvSpPr>
            <a:spLocks noChangeAspect="1"/>
          </p:cNvSpPr>
          <p:nvPr userDrawn="1"/>
        </p:nvSpPr>
        <p:spPr>
          <a:xfrm>
            <a:off x="417131" y="4359451"/>
            <a:ext cx="4154362" cy="1625424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bg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E05534D4-C77E-4772-8765-AD11251682C7}"/>
              </a:ext>
            </a:extLst>
          </p:cNvPr>
          <p:cNvSpPr>
            <a:spLocks noChangeAspect="1"/>
          </p:cNvSpPr>
          <p:nvPr userDrawn="1"/>
        </p:nvSpPr>
        <p:spPr>
          <a:xfrm>
            <a:off x="7629651" y="4359451"/>
            <a:ext cx="4154362" cy="1625424"/>
          </a:xfrm>
          <a:custGeom>
            <a:avLst/>
            <a:gdLst>
              <a:gd name="connsiteX0" fmla="*/ 0 w 12192000"/>
              <a:gd name="connsiteY0" fmla="*/ 1679819 h 4770197"/>
              <a:gd name="connsiteX1" fmla="*/ 0 w 12192000"/>
              <a:gd name="connsiteY1" fmla="*/ 2368478 h 4770197"/>
              <a:gd name="connsiteX2" fmla="*/ 1789786 w 12192000"/>
              <a:gd name="connsiteY2" fmla="*/ 2164125 h 4770197"/>
              <a:gd name="connsiteX3" fmla="*/ 1789786 w 12192000"/>
              <a:gd name="connsiteY3" fmla="*/ 1418757 h 4770197"/>
              <a:gd name="connsiteX4" fmla="*/ 571151 w 12192000"/>
              <a:gd name="connsiteY4" fmla="*/ 2410368 h 4770197"/>
              <a:gd name="connsiteX5" fmla="*/ 571151 w 12192000"/>
              <a:gd name="connsiteY5" fmla="*/ 4770198 h 4770197"/>
              <a:gd name="connsiteX6" fmla="*/ 1226409 w 12192000"/>
              <a:gd name="connsiteY6" fmla="*/ 4770198 h 4770197"/>
              <a:gd name="connsiteX7" fmla="*/ 1226409 w 12192000"/>
              <a:gd name="connsiteY7" fmla="*/ 2340856 h 4770197"/>
              <a:gd name="connsiteX8" fmla="*/ 2031505 w 12192000"/>
              <a:gd name="connsiteY8" fmla="*/ 1383506 h 4770197"/>
              <a:gd name="connsiteX9" fmla="*/ 2031505 w 12192000"/>
              <a:gd name="connsiteY9" fmla="*/ 4770198 h 4770197"/>
              <a:gd name="connsiteX10" fmla="*/ 2721961 w 12192000"/>
              <a:gd name="connsiteY10" fmla="*/ 4770198 h 4770197"/>
              <a:gd name="connsiteX11" fmla="*/ 2721961 w 12192000"/>
              <a:gd name="connsiteY11" fmla="*/ 1282742 h 4770197"/>
              <a:gd name="connsiteX12" fmla="*/ 2850596 w 12192000"/>
              <a:gd name="connsiteY12" fmla="*/ 1263961 h 4770197"/>
              <a:gd name="connsiteX13" fmla="*/ 2850596 w 12192000"/>
              <a:gd name="connsiteY13" fmla="*/ 2043039 h 4770197"/>
              <a:gd name="connsiteX14" fmla="*/ 3847619 w 12192000"/>
              <a:gd name="connsiteY14" fmla="*/ 1929180 h 4770197"/>
              <a:gd name="connsiteX15" fmla="*/ 3847619 w 12192000"/>
              <a:gd name="connsiteY15" fmla="*/ 1118556 h 4770197"/>
              <a:gd name="connsiteX16" fmla="*/ 2850596 w 12192000"/>
              <a:gd name="connsiteY16" fmla="*/ 2622900 h 4770197"/>
              <a:gd name="connsiteX17" fmla="*/ 2850596 w 12192000"/>
              <a:gd name="connsiteY17" fmla="*/ 3416174 h 4770197"/>
              <a:gd name="connsiteX18" fmla="*/ 3505076 w 12192000"/>
              <a:gd name="connsiteY18" fmla="*/ 3379126 h 4770197"/>
              <a:gd name="connsiteX19" fmla="*/ 3505076 w 12192000"/>
              <a:gd name="connsiteY19" fmla="*/ 2564430 h 4770197"/>
              <a:gd name="connsiteX20" fmla="*/ 2850596 w 12192000"/>
              <a:gd name="connsiteY20" fmla="*/ 3987965 h 4770197"/>
              <a:gd name="connsiteX21" fmla="*/ 2850596 w 12192000"/>
              <a:gd name="connsiteY21" fmla="*/ 4770198 h 4770197"/>
              <a:gd name="connsiteX22" fmla="*/ 3847619 w 12192000"/>
              <a:gd name="connsiteY22" fmla="*/ 4770198 h 4770197"/>
              <a:gd name="connsiteX23" fmla="*/ 3847619 w 12192000"/>
              <a:gd name="connsiteY23" fmla="*/ 3956749 h 4770197"/>
              <a:gd name="connsiteX24" fmla="*/ 6426033 w 12192000"/>
              <a:gd name="connsiteY24" fmla="*/ 741214 h 4770197"/>
              <a:gd name="connsiteX25" fmla="*/ 6426033 w 12192000"/>
              <a:gd name="connsiteY25" fmla="*/ 4770198 h 4770197"/>
              <a:gd name="connsiteX26" fmla="*/ 7331173 w 12192000"/>
              <a:gd name="connsiteY26" fmla="*/ 4770198 h 4770197"/>
              <a:gd name="connsiteX27" fmla="*/ 7331173 w 12192000"/>
              <a:gd name="connsiteY27" fmla="*/ 609160 h 4770197"/>
              <a:gd name="connsiteX28" fmla="*/ 7500201 w 12192000"/>
              <a:gd name="connsiteY28" fmla="*/ 584474 h 4770197"/>
              <a:gd name="connsiteX29" fmla="*/ 7500201 w 12192000"/>
              <a:gd name="connsiteY29" fmla="*/ 1511231 h 4770197"/>
              <a:gd name="connsiteX30" fmla="*/ 8819269 w 12192000"/>
              <a:gd name="connsiteY30" fmla="*/ 1360690 h 4770197"/>
              <a:gd name="connsiteX31" fmla="*/ 8819269 w 12192000"/>
              <a:gd name="connsiteY31" fmla="*/ 392006 h 4770197"/>
              <a:gd name="connsiteX32" fmla="*/ 7500201 w 12192000"/>
              <a:gd name="connsiteY32" fmla="*/ 2208216 h 4770197"/>
              <a:gd name="connsiteX33" fmla="*/ 7500201 w 12192000"/>
              <a:gd name="connsiteY33" fmla="*/ 3152141 h 4770197"/>
              <a:gd name="connsiteX34" fmla="*/ 8364772 w 12192000"/>
              <a:gd name="connsiteY34" fmla="*/ 3103134 h 4770197"/>
              <a:gd name="connsiteX35" fmla="*/ 8364772 w 12192000"/>
              <a:gd name="connsiteY35" fmla="*/ 2131368 h 4770197"/>
              <a:gd name="connsiteX36" fmla="*/ 7500201 w 12192000"/>
              <a:gd name="connsiteY36" fmla="*/ 3842083 h 4770197"/>
              <a:gd name="connsiteX37" fmla="*/ 7500201 w 12192000"/>
              <a:gd name="connsiteY37" fmla="*/ 4770198 h 4770197"/>
              <a:gd name="connsiteX38" fmla="*/ 8819269 w 12192000"/>
              <a:gd name="connsiteY38" fmla="*/ 4770198 h 4770197"/>
              <a:gd name="connsiteX39" fmla="*/ 8819269 w 12192000"/>
              <a:gd name="connsiteY39" fmla="*/ 3800743 h 4770197"/>
              <a:gd name="connsiteX40" fmla="*/ 4111425 w 12192000"/>
              <a:gd name="connsiteY40" fmla="*/ 1080004 h 4770197"/>
              <a:gd name="connsiteX41" fmla="*/ 4111425 w 12192000"/>
              <a:gd name="connsiteY41" fmla="*/ 4770198 h 4770197"/>
              <a:gd name="connsiteX42" fmla="*/ 4897933 w 12192000"/>
              <a:gd name="connsiteY42" fmla="*/ 4770198 h 4770197"/>
              <a:gd name="connsiteX43" fmla="*/ 4897933 w 12192000"/>
              <a:gd name="connsiteY43" fmla="*/ 965227 h 4770197"/>
              <a:gd name="connsiteX44" fmla="*/ 5044732 w 12192000"/>
              <a:gd name="connsiteY44" fmla="*/ 3919261 h 4770197"/>
              <a:gd name="connsiteX45" fmla="*/ 5044732 w 12192000"/>
              <a:gd name="connsiteY45" fmla="*/ 4770161 h 4770197"/>
              <a:gd name="connsiteX46" fmla="*/ 6186398 w 12192000"/>
              <a:gd name="connsiteY46" fmla="*/ 4770161 h 4770197"/>
              <a:gd name="connsiteX47" fmla="*/ 6186398 w 12192000"/>
              <a:gd name="connsiteY47" fmla="*/ 3883496 h 4770197"/>
              <a:gd name="connsiteX48" fmla="*/ 11776553 w 12192000"/>
              <a:gd name="connsiteY48" fmla="*/ 346447 h 4770197"/>
              <a:gd name="connsiteX49" fmla="*/ 10612270 w 12192000"/>
              <a:gd name="connsiteY49" fmla="*/ 19249 h 4770197"/>
              <a:gd name="connsiteX50" fmla="*/ 10612270 w 12192000"/>
              <a:gd name="connsiteY50" fmla="*/ 1047137 h 4770197"/>
              <a:gd name="connsiteX51" fmla="*/ 11015667 w 12192000"/>
              <a:gd name="connsiteY51" fmla="*/ 1252077 h 4770197"/>
              <a:gd name="connsiteX52" fmla="*/ 10754546 w 12192000"/>
              <a:gd name="connsiteY52" fmla="*/ 2135880 h 4770197"/>
              <a:gd name="connsiteX53" fmla="*/ 9298750 w 12192000"/>
              <a:gd name="connsiteY53" fmla="*/ 3620636 h 4770197"/>
              <a:gd name="connsiteX54" fmla="*/ 10817485 w 12192000"/>
              <a:gd name="connsiteY54" fmla="*/ 3568806 h 4770197"/>
              <a:gd name="connsiteX55" fmla="*/ 12138496 w 12192000"/>
              <a:gd name="connsiteY55" fmla="*/ 1343670 h 4770197"/>
              <a:gd name="connsiteX56" fmla="*/ 11776553 w 12192000"/>
              <a:gd name="connsiteY56" fmla="*/ 346447 h 4770197"/>
              <a:gd name="connsiteX57" fmla="*/ 12192000 w 12192000"/>
              <a:gd name="connsiteY57" fmla="*/ 4770198 h 4770197"/>
              <a:gd name="connsiteX58" fmla="*/ 12192000 w 12192000"/>
              <a:gd name="connsiteY58" fmla="*/ 3694660 h 4770197"/>
              <a:gd name="connsiteX59" fmla="*/ 9111559 w 12192000"/>
              <a:gd name="connsiteY59" fmla="*/ 3790985 h 4770197"/>
              <a:gd name="connsiteX60" fmla="*/ 9111559 w 12192000"/>
              <a:gd name="connsiteY60" fmla="*/ 3790949 h 4770197"/>
              <a:gd name="connsiteX61" fmla="*/ 9111877 w 12192000"/>
              <a:gd name="connsiteY61" fmla="*/ 4770161 h 4770197"/>
              <a:gd name="connsiteX62" fmla="*/ 12192000 w 12192000"/>
              <a:gd name="connsiteY62" fmla="*/ 4770161 h 4770197"/>
              <a:gd name="connsiteX63" fmla="*/ 10435185 w 12192000"/>
              <a:gd name="connsiteY63" fmla="*/ 42321 h 4770197"/>
              <a:gd name="connsiteX64" fmla="*/ 9151562 w 12192000"/>
              <a:gd name="connsiteY64" fmla="*/ 2038601 h 4770197"/>
              <a:gd name="connsiteX65" fmla="*/ 10105719 w 12192000"/>
              <a:gd name="connsiteY65" fmla="*/ 1950712 h 4770197"/>
              <a:gd name="connsiteX66" fmla="*/ 10435645 w 12192000"/>
              <a:gd name="connsiteY66" fmla="*/ 1089137 h 477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192000" h="4770197">
                <a:moveTo>
                  <a:pt x="0" y="1679819"/>
                </a:moveTo>
                <a:lnTo>
                  <a:pt x="0" y="2368478"/>
                </a:lnTo>
                <a:lnTo>
                  <a:pt x="1789786" y="2164125"/>
                </a:lnTo>
                <a:lnTo>
                  <a:pt x="1789786" y="1418757"/>
                </a:lnTo>
                <a:close/>
                <a:moveTo>
                  <a:pt x="571151" y="2410368"/>
                </a:moveTo>
                <a:lnTo>
                  <a:pt x="571151" y="4770198"/>
                </a:lnTo>
                <a:lnTo>
                  <a:pt x="1226409" y="4770198"/>
                </a:lnTo>
                <a:lnTo>
                  <a:pt x="1226409" y="2340856"/>
                </a:lnTo>
                <a:close/>
                <a:moveTo>
                  <a:pt x="2031505" y="1383506"/>
                </a:moveTo>
                <a:lnTo>
                  <a:pt x="2031505" y="4770198"/>
                </a:lnTo>
                <a:lnTo>
                  <a:pt x="2721961" y="4770198"/>
                </a:lnTo>
                <a:lnTo>
                  <a:pt x="2721961" y="1282742"/>
                </a:lnTo>
                <a:close/>
                <a:moveTo>
                  <a:pt x="2850596" y="1263961"/>
                </a:moveTo>
                <a:lnTo>
                  <a:pt x="2850596" y="2043039"/>
                </a:lnTo>
                <a:lnTo>
                  <a:pt x="3847619" y="1929180"/>
                </a:lnTo>
                <a:lnTo>
                  <a:pt x="3847619" y="1118556"/>
                </a:lnTo>
                <a:close/>
                <a:moveTo>
                  <a:pt x="2850596" y="2622900"/>
                </a:moveTo>
                <a:lnTo>
                  <a:pt x="2850596" y="3416174"/>
                </a:lnTo>
                <a:lnTo>
                  <a:pt x="3505076" y="3379126"/>
                </a:lnTo>
                <a:lnTo>
                  <a:pt x="3505076" y="2564430"/>
                </a:lnTo>
                <a:close/>
                <a:moveTo>
                  <a:pt x="2850596" y="3987965"/>
                </a:moveTo>
                <a:lnTo>
                  <a:pt x="2850596" y="4770198"/>
                </a:lnTo>
                <a:lnTo>
                  <a:pt x="3847619" y="4770198"/>
                </a:lnTo>
                <a:lnTo>
                  <a:pt x="3847619" y="3956749"/>
                </a:lnTo>
                <a:close/>
                <a:moveTo>
                  <a:pt x="6426033" y="741214"/>
                </a:moveTo>
                <a:lnTo>
                  <a:pt x="6426033" y="4770198"/>
                </a:lnTo>
                <a:lnTo>
                  <a:pt x="7331173" y="4770198"/>
                </a:lnTo>
                <a:lnTo>
                  <a:pt x="7331173" y="609160"/>
                </a:lnTo>
                <a:close/>
                <a:moveTo>
                  <a:pt x="7500201" y="584474"/>
                </a:moveTo>
                <a:lnTo>
                  <a:pt x="7500201" y="1511231"/>
                </a:lnTo>
                <a:lnTo>
                  <a:pt x="8819269" y="1360690"/>
                </a:lnTo>
                <a:lnTo>
                  <a:pt x="8819269" y="392006"/>
                </a:lnTo>
                <a:close/>
                <a:moveTo>
                  <a:pt x="7500201" y="2208216"/>
                </a:moveTo>
                <a:lnTo>
                  <a:pt x="7500201" y="3152141"/>
                </a:lnTo>
                <a:lnTo>
                  <a:pt x="8364772" y="3103134"/>
                </a:lnTo>
                <a:lnTo>
                  <a:pt x="8364772" y="2131368"/>
                </a:lnTo>
                <a:close/>
                <a:moveTo>
                  <a:pt x="7500201" y="3842083"/>
                </a:moveTo>
                <a:lnTo>
                  <a:pt x="7500201" y="4770198"/>
                </a:lnTo>
                <a:lnTo>
                  <a:pt x="8819269" y="4770198"/>
                </a:lnTo>
                <a:lnTo>
                  <a:pt x="8819269" y="3800743"/>
                </a:lnTo>
                <a:close/>
                <a:moveTo>
                  <a:pt x="4111425" y="1080004"/>
                </a:moveTo>
                <a:lnTo>
                  <a:pt x="4111425" y="4770198"/>
                </a:lnTo>
                <a:lnTo>
                  <a:pt x="4897933" y="4770198"/>
                </a:lnTo>
                <a:lnTo>
                  <a:pt x="4897933" y="965227"/>
                </a:lnTo>
                <a:close/>
                <a:moveTo>
                  <a:pt x="5044732" y="3919261"/>
                </a:moveTo>
                <a:lnTo>
                  <a:pt x="5044732" y="4770161"/>
                </a:lnTo>
                <a:lnTo>
                  <a:pt x="6186398" y="4770161"/>
                </a:lnTo>
                <a:lnTo>
                  <a:pt x="6186398" y="3883496"/>
                </a:lnTo>
                <a:close/>
                <a:moveTo>
                  <a:pt x="11776553" y="346447"/>
                </a:moveTo>
                <a:cubicBezTo>
                  <a:pt x="11490482" y="65907"/>
                  <a:pt x="11071043" y="-49162"/>
                  <a:pt x="10612270" y="19249"/>
                </a:cubicBezTo>
                <a:lnTo>
                  <a:pt x="10612270" y="1047137"/>
                </a:lnTo>
                <a:cubicBezTo>
                  <a:pt x="10798048" y="1036426"/>
                  <a:pt x="10948593" y="1107992"/>
                  <a:pt x="11015667" y="1252077"/>
                </a:cubicBezTo>
                <a:cubicBezTo>
                  <a:pt x="11121577" y="1479245"/>
                  <a:pt x="11012310" y="1820089"/>
                  <a:pt x="10754546" y="2135880"/>
                </a:cubicBezTo>
                <a:cubicBezTo>
                  <a:pt x="10356698" y="2623194"/>
                  <a:pt x="9298750" y="3620636"/>
                  <a:pt x="9298750" y="3620636"/>
                </a:cubicBezTo>
                <a:lnTo>
                  <a:pt x="10817485" y="3568806"/>
                </a:lnTo>
                <a:cubicBezTo>
                  <a:pt x="11745455" y="2627779"/>
                  <a:pt x="12078703" y="2056575"/>
                  <a:pt x="12138496" y="1343670"/>
                </a:cubicBezTo>
                <a:cubicBezTo>
                  <a:pt x="12169913" y="966511"/>
                  <a:pt x="12038028" y="603108"/>
                  <a:pt x="11776553" y="346447"/>
                </a:cubicBezTo>
                <a:moveTo>
                  <a:pt x="12192000" y="4770198"/>
                </a:moveTo>
                <a:lnTo>
                  <a:pt x="12192000" y="3694660"/>
                </a:lnTo>
                <a:lnTo>
                  <a:pt x="9111559" y="3790985"/>
                </a:lnTo>
                <a:moveTo>
                  <a:pt x="9111559" y="3790949"/>
                </a:moveTo>
                <a:lnTo>
                  <a:pt x="9111877" y="4770161"/>
                </a:lnTo>
                <a:lnTo>
                  <a:pt x="12192000" y="4770161"/>
                </a:lnTo>
                <a:moveTo>
                  <a:pt x="10435185" y="42321"/>
                </a:moveTo>
                <a:cubicBezTo>
                  <a:pt x="9540293" y="240145"/>
                  <a:pt x="9100851" y="923521"/>
                  <a:pt x="9151562" y="2038601"/>
                </a:cubicBezTo>
                <a:lnTo>
                  <a:pt x="10105719" y="1950712"/>
                </a:lnTo>
                <a:cubicBezTo>
                  <a:pt x="10062252" y="1320744"/>
                  <a:pt x="10247888" y="1171304"/>
                  <a:pt x="10435645" y="1089137"/>
                </a:cubicBezTo>
                <a:close/>
              </a:path>
            </a:pathLst>
          </a:custGeom>
          <a:solidFill>
            <a:schemeClr val="bg1"/>
          </a:solidFill>
          <a:ln w="35339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9C1EDF5-5A18-4012-88E7-506E98A6F0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4171" y="1808163"/>
            <a:ext cx="4190698" cy="14900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1F9D2EA-C99E-4B7E-8B0A-3EC14860CB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131" y="1808163"/>
            <a:ext cx="4190698" cy="149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91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лендар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2E41C-EF3E-DE8F-65DD-22C3DC5AC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131" y="337693"/>
            <a:ext cx="11366882" cy="54284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260F75-3495-E34D-F1E8-BF2AA156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CBF84-FB09-7A7B-6845-15DE0C97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CFC045-B4D4-0F09-492E-F20B8EB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91AB32C9-2927-44D4-A825-93F573FDB4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5839" y="2039303"/>
            <a:ext cx="2481259" cy="1328737"/>
          </a:xfr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ru-RU"/>
          </a:p>
        </p:txBody>
      </p:sp>
      <p:sp>
        <p:nvSpPr>
          <p:cNvPr id="28" name="Рисунок 26">
            <a:extLst>
              <a:ext uri="{FF2B5EF4-FFF2-40B4-BE49-F238E27FC236}">
                <a16:creationId xmlns:a16="http://schemas.microsoft.com/office/drawing/2014/main" id="{8F877EF8-AB9E-4A13-93D9-D0283E3D58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07303" y="1718622"/>
            <a:ext cx="2481259" cy="1328737"/>
          </a:xfr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ru-RU"/>
          </a:p>
        </p:txBody>
      </p:sp>
      <p:sp>
        <p:nvSpPr>
          <p:cNvPr id="29" name="Рисунок 26">
            <a:extLst>
              <a:ext uri="{FF2B5EF4-FFF2-40B4-BE49-F238E27FC236}">
                <a16:creationId xmlns:a16="http://schemas.microsoft.com/office/drawing/2014/main" id="{A7EA11E5-D3A6-415A-A4C2-DFFE77CF2DD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08766" y="1392023"/>
            <a:ext cx="2481259" cy="1328737"/>
          </a:xfr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ru-RU"/>
          </a:p>
        </p:txBody>
      </p:sp>
      <p:sp>
        <p:nvSpPr>
          <p:cNvPr id="30" name="Рисунок 26">
            <a:extLst>
              <a:ext uri="{FF2B5EF4-FFF2-40B4-BE49-F238E27FC236}">
                <a16:creationId xmlns:a16="http://schemas.microsoft.com/office/drawing/2014/main" id="{C7D7722C-AA16-46CB-A58C-D10CD64506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10232" y="1072941"/>
            <a:ext cx="2481259" cy="1328737"/>
          </a:xfr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991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.1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2BBCC2-7D17-8E37-E5DD-76E6A48A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8560DA-3BF9-BEB0-35A9-ECA9B4AA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B1D5B0-AD4C-7F2A-C0C0-1087A336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81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.2_Пустой слайд">
    <p:bg>
      <p:bgPr>
        <a:gradFill flip="none" rotWithShape="1">
          <a:gsLst>
            <a:gs pos="100000">
              <a:schemeClr val="bg1"/>
            </a:gs>
            <a:gs pos="0">
              <a:schemeClr val="accent2">
                <a:lumMod val="60000"/>
                <a:lumOff val="40000"/>
              </a:schemeClr>
            </a:gs>
            <a:gs pos="50000">
              <a:schemeClr val="accent1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2BBCC2-7D17-8E37-E5DD-76E6A48A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pPr/>
              <a:t>30.09.2024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8560DA-3BF9-BEB0-35A9-ECA9B4AA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B1D5B0-AD4C-7F2A-C0C0-1087A336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431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17620-9803-A466-64C8-52D202DA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132" y="337693"/>
            <a:ext cx="8930068" cy="542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3DDA03-D71F-1682-C86B-ECFADA790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132" y="1074359"/>
            <a:ext cx="11366882" cy="2492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AA405D-D11B-9B24-A373-B407CA10F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0868" y="6596507"/>
            <a:ext cx="972756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EF9F5-0A6A-4DF3-883B-0836972FD5C5}" type="datetimeFigureOut">
              <a:rPr lang="ru-RU" smtClean="0"/>
              <a:t>30.09.2024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5688C0-D0CA-D212-A6A3-F33F9211E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3492" y="6596507"/>
            <a:ext cx="41148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3917B1-E090-F830-444E-B6E45F882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96507"/>
            <a:ext cx="381000" cy="1846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B301E-532E-44D5-B5B9-1F1CD5948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25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94" r:id="rId2"/>
    <p:sldLayoutId id="2147483798" r:id="rId3"/>
    <p:sldLayoutId id="2147483818" r:id="rId4"/>
    <p:sldLayoutId id="2147483792" r:id="rId5"/>
    <p:sldLayoutId id="2147483800" r:id="rId6"/>
    <p:sldLayoutId id="2147483793" r:id="rId7"/>
    <p:sldLayoutId id="2147483649" r:id="rId8"/>
    <p:sldLayoutId id="2147483767" r:id="rId9"/>
    <p:sldLayoutId id="2147483781" r:id="rId10"/>
    <p:sldLayoutId id="2147483770" r:id="rId11"/>
    <p:sldLayoutId id="2147483789" r:id="rId12"/>
    <p:sldLayoutId id="2147483790" r:id="rId13"/>
    <p:sldLayoutId id="2147483791" r:id="rId14"/>
    <p:sldLayoutId id="2147483658" r:id="rId15"/>
    <p:sldLayoutId id="2147483857" r:id="rId16"/>
    <p:sldLayoutId id="2147483737" r:id="rId17"/>
    <p:sldLayoutId id="2147483847" r:id="rId18"/>
    <p:sldLayoutId id="2147483845" r:id="rId19"/>
    <p:sldLayoutId id="2147483842" r:id="rId20"/>
    <p:sldLayoutId id="2147483843" r:id="rId21"/>
    <p:sldLayoutId id="2147483844" r:id="rId22"/>
    <p:sldLayoutId id="2147483846" r:id="rId23"/>
    <p:sldLayoutId id="2147483858" r:id="rId24"/>
    <p:sldLayoutId id="2147483819" r:id="rId25"/>
    <p:sldLayoutId id="2147483848" r:id="rId26"/>
    <p:sldLayoutId id="2147483803" r:id="rId27"/>
    <p:sldLayoutId id="2147483849" r:id="rId28"/>
    <p:sldLayoutId id="2147483850" r:id="rId29"/>
    <p:sldLayoutId id="2147483851" r:id="rId30"/>
    <p:sldLayoutId id="2147483852" r:id="rId31"/>
    <p:sldLayoutId id="2147483853" r:id="rId32"/>
    <p:sldLayoutId id="2147483854" r:id="rId33"/>
    <p:sldLayoutId id="2147483855" r:id="rId34"/>
    <p:sldLayoutId id="2147483856" r:id="rId35"/>
    <p:sldLayoutId id="2147483820" r:id="rId36"/>
    <p:sldLayoutId id="2147483859" r:id="rId37"/>
    <p:sldLayoutId id="2147483811" r:id="rId38"/>
    <p:sldLayoutId id="2147483822" r:id="rId39"/>
    <p:sldLayoutId id="2147483824" r:id="rId40"/>
    <p:sldLayoutId id="2147483827" r:id="rId41"/>
    <p:sldLayoutId id="2147483788" r:id="rId42"/>
    <p:sldLayoutId id="2147483804" r:id="rId43"/>
    <p:sldLayoutId id="2147483805" r:id="rId44"/>
    <p:sldLayoutId id="2147483721" r:id="rId45"/>
    <p:sldLayoutId id="2147483860" r:id="rId46"/>
    <p:sldLayoutId id="2147483861" r:id="rId47"/>
    <p:sldLayoutId id="2147483785" r:id="rId48"/>
    <p:sldLayoutId id="2147483829" r:id="rId49"/>
    <p:sldLayoutId id="2147483830" r:id="rId50"/>
    <p:sldLayoutId id="2147483812" r:id="rId51"/>
    <p:sldLayoutId id="2147483814" r:id="rId52"/>
    <p:sldLayoutId id="2147483817" r:id="rId53"/>
    <p:sldLayoutId id="2147483815" r:id="rId54"/>
    <p:sldLayoutId id="2147483813" r:id="rId55"/>
    <p:sldLayoutId id="2147483816" r:id="rId56"/>
    <p:sldLayoutId id="2147483825" r:id="rId57"/>
    <p:sldLayoutId id="2147483836" r:id="rId58"/>
    <p:sldLayoutId id="2147483837" r:id="rId59"/>
    <p:sldLayoutId id="2147483703" r:id="rId60"/>
    <p:sldLayoutId id="2147483808" r:id="rId61"/>
    <p:sldLayoutId id="2147483841" r:id="rId62"/>
    <p:sldLayoutId id="2147483839" r:id="rId63"/>
    <p:sldLayoutId id="2147483831" r:id="rId64"/>
    <p:sldLayoutId id="2147483832" r:id="rId65"/>
    <p:sldLayoutId id="2147483833" r:id="rId66"/>
    <p:sldLayoutId id="2147483834" r:id="rId67"/>
    <p:sldLayoutId id="2147483809" r:id="rId68"/>
    <p:sldLayoutId id="2147483810" r:id="rId69"/>
    <p:sldLayoutId id="2147483828" r:id="rId70"/>
    <p:sldLayoutId id="2147483668" r:id="rId71"/>
    <p:sldLayoutId id="2147483821" r:id="rId7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210">
          <p15:clr>
            <a:srgbClr val="F26B43"/>
          </p15:clr>
        </p15:guide>
        <p15:guide id="6" orient="horz" pos="3929">
          <p15:clr>
            <a:srgbClr val="F26B43"/>
          </p15:clr>
        </p15:guide>
        <p15:guide id="7" orient="horz" pos="4088">
          <p15:clr>
            <a:srgbClr val="9FCC3B"/>
          </p15:clr>
        </p15:guide>
        <p15:guide id="8" pos="6471">
          <p15:clr>
            <a:srgbClr val="547EBF"/>
          </p15:clr>
        </p15:guide>
        <p15:guide id="9" orient="horz" pos="1139">
          <p15:clr>
            <a:srgbClr val="F26B43"/>
          </p15:clr>
        </p15:guide>
        <p15:guide id="10" orient="horz" pos="3770">
          <p15:clr>
            <a:srgbClr val="9FCC3B"/>
          </p15:clr>
        </p15:guide>
        <p15:guide id="11" orient="horz" pos="527">
          <p15:clr>
            <a:srgbClr val="9FCC3B"/>
          </p15:clr>
        </p15:guide>
        <p15:guide id="12" orient="horz" pos="799">
          <p15:clr>
            <a:srgbClr val="F26B43"/>
          </p15:clr>
        </p15:guide>
        <p15:guide id="13" orient="horz" pos="3612">
          <p15:clr>
            <a:srgbClr val="547EBF"/>
          </p15:clr>
        </p15:guide>
        <p15:guide id="14" orient="horz" pos="663">
          <p15:clr>
            <a:srgbClr val="547EBF"/>
          </p15:clr>
        </p15:guide>
        <p15:guide id="15" pos="1209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Relationship Id="rId5" Type="http://schemas.openxmlformats.org/officeDocument/2006/relationships/image" Target="cid:Microsoft-InfoPath-00000002" TargetMode="External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cid:Microsoft-InfoPath-00000002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8.png"/><Relationship Id="rId7" Type="http://schemas.openxmlformats.org/officeDocument/2006/relationships/image" Target="../media/image2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cid:Microsoft-InfoPath-00000002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59BDE-7C53-F869-0B20-0509C025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Рисунок 585">
            <a:extLst>
              <a:ext uri="{FF2B5EF4-FFF2-40B4-BE49-F238E27FC236}">
                <a16:creationId xmlns:a16="http://schemas.microsoft.com/office/drawing/2014/main" id="{583454D7-436F-F9A9-C43A-0F8314D7A584}"/>
              </a:ext>
            </a:extLst>
          </p:cNvPr>
          <p:cNvSpPr/>
          <p:nvPr/>
        </p:nvSpPr>
        <p:spPr>
          <a:xfrm>
            <a:off x="10364581" y="2031851"/>
            <a:ext cx="458035" cy="323801"/>
          </a:xfrm>
          <a:custGeom>
            <a:avLst/>
            <a:gdLst>
              <a:gd name="connsiteX0" fmla="*/ 487266 w 540001"/>
              <a:gd name="connsiteY0" fmla="*/ 191953 h 489375"/>
              <a:gd name="connsiteX1" fmla="*/ 479629 w 540001"/>
              <a:gd name="connsiteY1" fmla="*/ 192513 h 489375"/>
              <a:gd name="connsiteX2" fmla="*/ 419528 w 540001"/>
              <a:gd name="connsiteY2" fmla="*/ 88417 h 489375"/>
              <a:gd name="connsiteX3" fmla="*/ 433477 w 540001"/>
              <a:gd name="connsiteY3" fmla="*/ 52734 h 489375"/>
              <a:gd name="connsiteX4" fmla="*/ 380742 w 540001"/>
              <a:gd name="connsiteY4" fmla="*/ 0 h 489375"/>
              <a:gd name="connsiteX5" fmla="*/ 330387 w 540001"/>
              <a:gd name="connsiteY5" fmla="*/ 37056 h 489375"/>
              <a:gd name="connsiteX6" fmla="*/ 210668 w 540001"/>
              <a:gd name="connsiteY6" fmla="*/ 37056 h 489375"/>
              <a:gd name="connsiteX7" fmla="*/ 160313 w 540001"/>
              <a:gd name="connsiteY7" fmla="*/ 0 h 489375"/>
              <a:gd name="connsiteX8" fmla="*/ 107578 w 540001"/>
              <a:gd name="connsiteY8" fmla="*/ 52734 h 489375"/>
              <a:gd name="connsiteX9" fmla="*/ 120884 w 540001"/>
              <a:gd name="connsiteY9" fmla="*/ 87700 h 489375"/>
              <a:gd name="connsiteX10" fmla="*/ 60371 w 540001"/>
              <a:gd name="connsiteY10" fmla="*/ 192512 h 489375"/>
              <a:gd name="connsiteX11" fmla="*/ 52734 w 540001"/>
              <a:gd name="connsiteY11" fmla="*/ 191953 h 489375"/>
              <a:gd name="connsiteX12" fmla="*/ 0 w 540001"/>
              <a:gd name="connsiteY12" fmla="*/ 244688 h 489375"/>
              <a:gd name="connsiteX13" fmla="*/ 52734 w 540001"/>
              <a:gd name="connsiteY13" fmla="*/ 297422 h 489375"/>
              <a:gd name="connsiteX14" fmla="*/ 60371 w 540001"/>
              <a:gd name="connsiteY14" fmla="*/ 296862 h 489375"/>
              <a:gd name="connsiteX15" fmla="*/ 120884 w 540001"/>
              <a:gd name="connsiteY15" fmla="*/ 401674 h 489375"/>
              <a:gd name="connsiteX16" fmla="*/ 107578 w 540001"/>
              <a:gd name="connsiteY16" fmla="*/ 436641 h 489375"/>
              <a:gd name="connsiteX17" fmla="*/ 160313 w 540001"/>
              <a:gd name="connsiteY17" fmla="*/ 489375 h 489375"/>
              <a:gd name="connsiteX18" fmla="*/ 210668 w 540001"/>
              <a:gd name="connsiteY18" fmla="*/ 452319 h 489375"/>
              <a:gd name="connsiteX19" fmla="*/ 330387 w 540001"/>
              <a:gd name="connsiteY19" fmla="*/ 452319 h 489375"/>
              <a:gd name="connsiteX20" fmla="*/ 380742 w 540001"/>
              <a:gd name="connsiteY20" fmla="*/ 489375 h 489375"/>
              <a:gd name="connsiteX21" fmla="*/ 433477 w 540001"/>
              <a:gd name="connsiteY21" fmla="*/ 436641 h 489375"/>
              <a:gd name="connsiteX22" fmla="*/ 419529 w 540001"/>
              <a:gd name="connsiteY22" fmla="*/ 400958 h 489375"/>
              <a:gd name="connsiteX23" fmla="*/ 479630 w 540001"/>
              <a:gd name="connsiteY23" fmla="*/ 296862 h 489375"/>
              <a:gd name="connsiteX24" fmla="*/ 487267 w 540001"/>
              <a:gd name="connsiteY24" fmla="*/ 297422 h 489375"/>
              <a:gd name="connsiteX25" fmla="*/ 540001 w 540001"/>
              <a:gd name="connsiteY25" fmla="*/ 244688 h 489375"/>
              <a:gd name="connsiteX26" fmla="*/ 487266 w 540001"/>
              <a:gd name="connsiteY26" fmla="*/ 191953 h 489375"/>
              <a:gd name="connsiteX27" fmla="*/ 487266 w 540001"/>
              <a:gd name="connsiteY27" fmla="*/ 265781 h 489375"/>
              <a:gd name="connsiteX28" fmla="*/ 466172 w 540001"/>
              <a:gd name="connsiteY28" fmla="*/ 244688 h 489375"/>
              <a:gd name="connsiteX29" fmla="*/ 487266 w 540001"/>
              <a:gd name="connsiteY29" fmla="*/ 223594 h 489375"/>
              <a:gd name="connsiteX30" fmla="*/ 508359 w 540001"/>
              <a:gd name="connsiteY30" fmla="*/ 244688 h 489375"/>
              <a:gd name="connsiteX31" fmla="*/ 487266 w 540001"/>
              <a:gd name="connsiteY31" fmla="*/ 265781 h 489375"/>
              <a:gd name="connsiteX32" fmla="*/ 401836 w 540001"/>
              <a:gd name="connsiteY32" fmla="*/ 436641 h 489375"/>
              <a:gd name="connsiteX33" fmla="*/ 380742 w 540001"/>
              <a:gd name="connsiteY33" fmla="*/ 457734 h 489375"/>
              <a:gd name="connsiteX34" fmla="*/ 359648 w 540001"/>
              <a:gd name="connsiteY34" fmla="*/ 436641 h 489375"/>
              <a:gd name="connsiteX35" fmla="*/ 380742 w 540001"/>
              <a:gd name="connsiteY35" fmla="*/ 415547 h 489375"/>
              <a:gd name="connsiteX36" fmla="*/ 401836 w 540001"/>
              <a:gd name="connsiteY36" fmla="*/ 436641 h 489375"/>
              <a:gd name="connsiteX37" fmla="*/ 181406 w 540001"/>
              <a:gd name="connsiteY37" fmla="*/ 436641 h 489375"/>
              <a:gd name="connsiteX38" fmla="*/ 160313 w 540001"/>
              <a:gd name="connsiteY38" fmla="*/ 457734 h 489375"/>
              <a:gd name="connsiteX39" fmla="*/ 139219 w 540001"/>
              <a:gd name="connsiteY39" fmla="*/ 436641 h 489375"/>
              <a:gd name="connsiteX40" fmla="*/ 160313 w 540001"/>
              <a:gd name="connsiteY40" fmla="*/ 415547 h 489375"/>
              <a:gd name="connsiteX41" fmla="*/ 181406 w 540001"/>
              <a:gd name="connsiteY41" fmla="*/ 436641 h 489375"/>
              <a:gd name="connsiteX42" fmla="*/ 31641 w 540001"/>
              <a:gd name="connsiteY42" fmla="*/ 244688 h 489375"/>
              <a:gd name="connsiteX43" fmla="*/ 52734 w 540001"/>
              <a:gd name="connsiteY43" fmla="*/ 223594 h 489375"/>
              <a:gd name="connsiteX44" fmla="*/ 73828 w 540001"/>
              <a:gd name="connsiteY44" fmla="*/ 244688 h 489375"/>
              <a:gd name="connsiteX45" fmla="*/ 52734 w 540001"/>
              <a:gd name="connsiteY45" fmla="*/ 265781 h 489375"/>
              <a:gd name="connsiteX46" fmla="*/ 31641 w 540001"/>
              <a:gd name="connsiteY46" fmla="*/ 244688 h 489375"/>
              <a:gd name="connsiteX47" fmla="*/ 139219 w 540001"/>
              <a:gd name="connsiteY47" fmla="*/ 52734 h 489375"/>
              <a:gd name="connsiteX48" fmla="*/ 160313 w 540001"/>
              <a:gd name="connsiteY48" fmla="*/ 31641 h 489375"/>
              <a:gd name="connsiteX49" fmla="*/ 181406 w 540001"/>
              <a:gd name="connsiteY49" fmla="*/ 52734 h 489375"/>
              <a:gd name="connsiteX50" fmla="*/ 160313 w 540001"/>
              <a:gd name="connsiteY50" fmla="*/ 73828 h 489375"/>
              <a:gd name="connsiteX51" fmla="*/ 139219 w 540001"/>
              <a:gd name="connsiteY51" fmla="*/ 52734 h 489375"/>
              <a:gd name="connsiteX52" fmla="*/ 359648 w 540001"/>
              <a:gd name="connsiteY52" fmla="*/ 52734 h 489375"/>
              <a:gd name="connsiteX53" fmla="*/ 380742 w 540001"/>
              <a:gd name="connsiteY53" fmla="*/ 31641 h 489375"/>
              <a:gd name="connsiteX54" fmla="*/ 401836 w 540001"/>
              <a:gd name="connsiteY54" fmla="*/ 52734 h 489375"/>
              <a:gd name="connsiteX55" fmla="*/ 380742 w 540001"/>
              <a:gd name="connsiteY55" fmla="*/ 73828 h 489375"/>
              <a:gd name="connsiteX56" fmla="*/ 359648 w 540001"/>
              <a:gd name="connsiteY56" fmla="*/ 52734 h 489375"/>
              <a:gd name="connsiteX57" fmla="*/ 317461 w 540001"/>
              <a:gd name="connsiteY57" fmla="*/ 244688 h 489375"/>
              <a:gd name="connsiteX58" fmla="*/ 270000 w 540001"/>
              <a:gd name="connsiteY58" fmla="*/ 292148 h 489375"/>
              <a:gd name="connsiteX59" fmla="*/ 222539 w 540001"/>
              <a:gd name="connsiteY59" fmla="*/ 244688 h 489375"/>
              <a:gd name="connsiteX60" fmla="*/ 270000 w 540001"/>
              <a:gd name="connsiteY60" fmla="*/ 197227 h 489375"/>
              <a:gd name="connsiteX61" fmla="*/ 317461 w 540001"/>
              <a:gd name="connsiteY61" fmla="*/ 244688 h 489375"/>
              <a:gd name="connsiteX62" fmla="*/ 341991 w 540001"/>
              <a:gd name="connsiteY62" fmla="*/ 88453 h 489375"/>
              <a:gd name="connsiteX63" fmla="*/ 295306 w 540001"/>
              <a:gd name="connsiteY63" fmla="*/ 169761 h 489375"/>
              <a:gd name="connsiteX64" fmla="*/ 270000 w 540001"/>
              <a:gd name="connsiteY64" fmla="*/ 165586 h 489375"/>
              <a:gd name="connsiteX65" fmla="*/ 245577 w 540001"/>
              <a:gd name="connsiteY65" fmla="*/ 169462 h 489375"/>
              <a:gd name="connsiteX66" fmla="*/ 199064 w 540001"/>
              <a:gd name="connsiteY66" fmla="*/ 88453 h 489375"/>
              <a:gd name="connsiteX67" fmla="*/ 210572 w 540001"/>
              <a:gd name="connsiteY67" fmla="*/ 68696 h 489375"/>
              <a:gd name="connsiteX68" fmla="*/ 330484 w 540001"/>
              <a:gd name="connsiteY68" fmla="*/ 68696 h 489375"/>
              <a:gd name="connsiteX69" fmla="*/ 341991 w 540001"/>
              <a:gd name="connsiteY69" fmla="*/ 88453 h 489375"/>
              <a:gd name="connsiteX70" fmla="*/ 199064 w 540001"/>
              <a:gd name="connsiteY70" fmla="*/ 400922 h 489375"/>
              <a:gd name="connsiteX71" fmla="*/ 245577 w 540001"/>
              <a:gd name="connsiteY71" fmla="*/ 319913 h 489375"/>
              <a:gd name="connsiteX72" fmla="*/ 270000 w 540001"/>
              <a:gd name="connsiteY72" fmla="*/ 323789 h 489375"/>
              <a:gd name="connsiteX73" fmla="*/ 295306 w 540001"/>
              <a:gd name="connsiteY73" fmla="*/ 319614 h 489375"/>
              <a:gd name="connsiteX74" fmla="*/ 341991 w 540001"/>
              <a:gd name="connsiteY74" fmla="*/ 400922 h 489375"/>
              <a:gd name="connsiteX75" fmla="*/ 330483 w 540001"/>
              <a:gd name="connsiteY75" fmla="*/ 420679 h 489375"/>
              <a:gd name="connsiteX76" fmla="*/ 210572 w 540001"/>
              <a:gd name="connsiteY76" fmla="*/ 420679 h 489375"/>
              <a:gd name="connsiteX77" fmla="*/ 199064 w 540001"/>
              <a:gd name="connsiteY77" fmla="*/ 400922 h 489375"/>
              <a:gd name="connsiteX78" fmla="*/ 436959 w 540001"/>
              <a:gd name="connsiteY78" fmla="*/ 228867 h 489375"/>
              <a:gd name="connsiteX79" fmla="*/ 347510 w 540001"/>
              <a:gd name="connsiteY79" fmla="*/ 228867 h 489375"/>
              <a:gd name="connsiteX80" fmla="*/ 322635 w 540001"/>
              <a:gd name="connsiteY80" fmla="*/ 185706 h 489375"/>
              <a:gd name="connsiteX81" fmla="*/ 369416 w 540001"/>
              <a:gd name="connsiteY81" fmla="*/ 104232 h 489375"/>
              <a:gd name="connsiteX82" fmla="*/ 380742 w 540001"/>
              <a:gd name="connsiteY82" fmla="*/ 105469 h 489375"/>
              <a:gd name="connsiteX83" fmla="*/ 392117 w 540001"/>
              <a:gd name="connsiteY83" fmla="*/ 104219 h 489375"/>
              <a:gd name="connsiteX84" fmla="*/ 451093 w 540001"/>
              <a:gd name="connsiteY84" fmla="*/ 206368 h 489375"/>
              <a:gd name="connsiteX85" fmla="*/ 436959 w 540001"/>
              <a:gd name="connsiteY85" fmla="*/ 228867 h 489375"/>
              <a:gd name="connsiteX86" fmla="*/ 148006 w 540001"/>
              <a:gd name="connsiteY86" fmla="*/ 104004 h 489375"/>
              <a:gd name="connsiteX87" fmla="*/ 160313 w 540001"/>
              <a:gd name="connsiteY87" fmla="*/ 105469 h 489375"/>
              <a:gd name="connsiteX88" fmla="*/ 171639 w 540001"/>
              <a:gd name="connsiteY88" fmla="*/ 104231 h 489375"/>
              <a:gd name="connsiteX89" fmla="*/ 218069 w 540001"/>
              <a:gd name="connsiteY89" fmla="*/ 185096 h 489375"/>
              <a:gd name="connsiteX90" fmla="*/ 192491 w 540001"/>
              <a:gd name="connsiteY90" fmla="*/ 228867 h 489375"/>
              <a:gd name="connsiteX91" fmla="*/ 103041 w 540001"/>
              <a:gd name="connsiteY91" fmla="*/ 228867 h 489375"/>
              <a:gd name="connsiteX92" fmla="*/ 88907 w 540001"/>
              <a:gd name="connsiteY92" fmla="*/ 206368 h 489375"/>
              <a:gd name="connsiteX93" fmla="*/ 103041 w 540001"/>
              <a:gd name="connsiteY93" fmla="*/ 260508 h 489375"/>
              <a:gd name="connsiteX94" fmla="*/ 192490 w 540001"/>
              <a:gd name="connsiteY94" fmla="*/ 260508 h 489375"/>
              <a:gd name="connsiteX95" fmla="*/ 218068 w 540001"/>
              <a:gd name="connsiteY95" fmla="*/ 304279 h 489375"/>
              <a:gd name="connsiteX96" fmla="*/ 171638 w 540001"/>
              <a:gd name="connsiteY96" fmla="*/ 385144 h 489375"/>
              <a:gd name="connsiteX97" fmla="*/ 160313 w 540001"/>
              <a:gd name="connsiteY97" fmla="*/ 383906 h 489375"/>
              <a:gd name="connsiteX98" fmla="*/ 148006 w 540001"/>
              <a:gd name="connsiteY98" fmla="*/ 385371 h 489375"/>
              <a:gd name="connsiteX99" fmla="*/ 88906 w 540001"/>
              <a:gd name="connsiteY99" fmla="*/ 283007 h 489375"/>
              <a:gd name="connsiteX100" fmla="*/ 103041 w 540001"/>
              <a:gd name="connsiteY100" fmla="*/ 260508 h 489375"/>
              <a:gd name="connsiteX101" fmla="*/ 392117 w 540001"/>
              <a:gd name="connsiteY101" fmla="*/ 385156 h 489375"/>
              <a:gd name="connsiteX102" fmla="*/ 380742 w 540001"/>
              <a:gd name="connsiteY102" fmla="*/ 383906 h 489375"/>
              <a:gd name="connsiteX103" fmla="*/ 369416 w 540001"/>
              <a:gd name="connsiteY103" fmla="*/ 385144 h 489375"/>
              <a:gd name="connsiteX104" fmla="*/ 322635 w 540001"/>
              <a:gd name="connsiteY104" fmla="*/ 303670 h 489375"/>
              <a:gd name="connsiteX105" fmla="*/ 347510 w 540001"/>
              <a:gd name="connsiteY105" fmla="*/ 260509 h 489375"/>
              <a:gd name="connsiteX106" fmla="*/ 436959 w 540001"/>
              <a:gd name="connsiteY106" fmla="*/ 260509 h 489375"/>
              <a:gd name="connsiteX107" fmla="*/ 451093 w 540001"/>
              <a:gd name="connsiteY107" fmla="*/ 283009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0001" h="489375">
                <a:moveTo>
                  <a:pt x="487266" y="191953"/>
                </a:moveTo>
                <a:cubicBezTo>
                  <a:pt x="484672" y="191953"/>
                  <a:pt x="482124" y="192149"/>
                  <a:pt x="479629" y="192513"/>
                </a:cubicBezTo>
                <a:lnTo>
                  <a:pt x="419528" y="88417"/>
                </a:lnTo>
                <a:cubicBezTo>
                  <a:pt x="428181" y="79019"/>
                  <a:pt x="433477" y="66485"/>
                  <a:pt x="433477" y="52734"/>
                </a:cubicBezTo>
                <a:cubicBezTo>
                  <a:pt x="433477" y="23657"/>
                  <a:pt x="409820" y="0"/>
                  <a:pt x="380742" y="0"/>
                </a:cubicBezTo>
                <a:cubicBezTo>
                  <a:pt x="357121" y="0"/>
                  <a:pt x="337078" y="15610"/>
                  <a:pt x="330387" y="37056"/>
                </a:cubicBezTo>
                <a:lnTo>
                  <a:pt x="210668" y="37056"/>
                </a:lnTo>
                <a:cubicBezTo>
                  <a:pt x="203977" y="15610"/>
                  <a:pt x="183933" y="0"/>
                  <a:pt x="160313" y="0"/>
                </a:cubicBezTo>
                <a:cubicBezTo>
                  <a:pt x="131235" y="0"/>
                  <a:pt x="107578" y="23657"/>
                  <a:pt x="107578" y="52734"/>
                </a:cubicBezTo>
                <a:cubicBezTo>
                  <a:pt x="107578" y="66141"/>
                  <a:pt x="112614" y="78386"/>
                  <a:pt x="120884" y="87700"/>
                </a:cubicBezTo>
                <a:lnTo>
                  <a:pt x="60371" y="192512"/>
                </a:lnTo>
                <a:cubicBezTo>
                  <a:pt x="57876" y="192149"/>
                  <a:pt x="55328" y="191953"/>
                  <a:pt x="52734" y="191953"/>
                </a:cubicBezTo>
                <a:cubicBezTo>
                  <a:pt x="23657" y="191953"/>
                  <a:pt x="0" y="215610"/>
                  <a:pt x="0" y="244688"/>
                </a:cubicBezTo>
                <a:cubicBezTo>
                  <a:pt x="0" y="273765"/>
                  <a:pt x="23657" y="297422"/>
                  <a:pt x="52734" y="297422"/>
                </a:cubicBezTo>
                <a:cubicBezTo>
                  <a:pt x="55328" y="297422"/>
                  <a:pt x="57876" y="297226"/>
                  <a:pt x="60371" y="296862"/>
                </a:cubicBezTo>
                <a:lnTo>
                  <a:pt x="120884" y="401674"/>
                </a:lnTo>
                <a:cubicBezTo>
                  <a:pt x="112614" y="410989"/>
                  <a:pt x="107578" y="423235"/>
                  <a:pt x="107578" y="436641"/>
                </a:cubicBezTo>
                <a:cubicBezTo>
                  <a:pt x="107578" y="465718"/>
                  <a:pt x="131235" y="489375"/>
                  <a:pt x="160313" y="489375"/>
                </a:cubicBezTo>
                <a:cubicBezTo>
                  <a:pt x="183933" y="489375"/>
                  <a:pt x="203977" y="473765"/>
                  <a:pt x="210668" y="452319"/>
                </a:cubicBezTo>
                <a:lnTo>
                  <a:pt x="330387" y="452319"/>
                </a:lnTo>
                <a:cubicBezTo>
                  <a:pt x="337078" y="473765"/>
                  <a:pt x="357121" y="489375"/>
                  <a:pt x="380742" y="489375"/>
                </a:cubicBezTo>
                <a:cubicBezTo>
                  <a:pt x="409820" y="489375"/>
                  <a:pt x="433477" y="465718"/>
                  <a:pt x="433477" y="436641"/>
                </a:cubicBezTo>
                <a:cubicBezTo>
                  <a:pt x="433477" y="422890"/>
                  <a:pt x="428181" y="410356"/>
                  <a:pt x="419529" y="400958"/>
                </a:cubicBezTo>
                <a:lnTo>
                  <a:pt x="479630" y="296862"/>
                </a:lnTo>
                <a:cubicBezTo>
                  <a:pt x="482124" y="297226"/>
                  <a:pt x="484672" y="297422"/>
                  <a:pt x="487267" y="297422"/>
                </a:cubicBezTo>
                <a:cubicBezTo>
                  <a:pt x="516344" y="297422"/>
                  <a:pt x="540001" y="273765"/>
                  <a:pt x="540001" y="244688"/>
                </a:cubicBezTo>
                <a:cubicBezTo>
                  <a:pt x="540001" y="215610"/>
                  <a:pt x="516343" y="191953"/>
                  <a:pt x="487266" y="191953"/>
                </a:cubicBezTo>
                <a:close/>
                <a:moveTo>
                  <a:pt x="487266" y="265781"/>
                </a:moveTo>
                <a:cubicBezTo>
                  <a:pt x="475635" y="265781"/>
                  <a:pt x="466172" y="256319"/>
                  <a:pt x="466172" y="244688"/>
                </a:cubicBezTo>
                <a:cubicBezTo>
                  <a:pt x="466172" y="233056"/>
                  <a:pt x="475635" y="223594"/>
                  <a:pt x="487266" y="223594"/>
                </a:cubicBezTo>
                <a:cubicBezTo>
                  <a:pt x="498897" y="223594"/>
                  <a:pt x="508359" y="233056"/>
                  <a:pt x="508359" y="244688"/>
                </a:cubicBezTo>
                <a:cubicBezTo>
                  <a:pt x="508359" y="256319"/>
                  <a:pt x="498897" y="265781"/>
                  <a:pt x="487266" y="265781"/>
                </a:cubicBezTo>
                <a:close/>
                <a:moveTo>
                  <a:pt x="401836" y="436641"/>
                </a:moveTo>
                <a:cubicBezTo>
                  <a:pt x="401836" y="448272"/>
                  <a:pt x="392373" y="457734"/>
                  <a:pt x="380742" y="457734"/>
                </a:cubicBezTo>
                <a:cubicBezTo>
                  <a:pt x="369111" y="457734"/>
                  <a:pt x="359648" y="448272"/>
                  <a:pt x="359648" y="436641"/>
                </a:cubicBezTo>
                <a:cubicBezTo>
                  <a:pt x="359648" y="425010"/>
                  <a:pt x="369111" y="415547"/>
                  <a:pt x="380742" y="415547"/>
                </a:cubicBezTo>
                <a:cubicBezTo>
                  <a:pt x="392373" y="415547"/>
                  <a:pt x="401836" y="425010"/>
                  <a:pt x="401836" y="436641"/>
                </a:cubicBezTo>
                <a:close/>
                <a:moveTo>
                  <a:pt x="181406" y="436641"/>
                </a:moveTo>
                <a:cubicBezTo>
                  <a:pt x="181406" y="448272"/>
                  <a:pt x="171944" y="457734"/>
                  <a:pt x="160313" y="457734"/>
                </a:cubicBezTo>
                <a:cubicBezTo>
                  <a:pt x="148681" y="457734"/>
                  <a:pt x="139219" y="448272"/>
                  <a:pt x="139219" y="436641"/>
                </a:cubicBezTo>
                <a:cubicBezTo>
                  <a:pt x="139219" y="425010"/>
                  <a:pt x="148681" y="415547"/>
                  <a:pt x="160313" y="415547"/>
                </a:cubicBezTo>
                <a:cubicBezTo>
                  <a:pt x="171944" y="415547"/>
                  <a:pt x="181406" y="425010"/>
                  <a:pt x="181406" y="436641"/>
                </a:cubicBezTo>
                <a:close/>
                <a:moveTo>
                  <a:pt x="31641" y="244688"/>
                </a:moveTo>
                <a:cubicBezTo>
                  <a:pt x="31641" y="233056"/>
                  <a:pt x="41103" y="223594"/>
                  <a:pt x="52734" y="223594"/>
                </a:cubicBezTo>
                <a:cubicBezTo>
                  <a:pt x="64365" y="223594"/>
                  <a:pt x="73828" y="233056"/>
                  <a:pt x="73828" y="244688"/>
                </a:cubicBezTo>
                <a:cubicBezTo>
                  <a:pt x="73828" y="256319"/>
                  <a:pt x="64365" y="265781"/>
                  <a:pt x="52734" y="265781"/>
                </a:cubicBezTo>
                <a:cubicBezTo>
                  <a:pt x="41103" y="265781"/>
                  <a:pt x="31641" y="256319"/>
                  <a:pt x="31641" y="244688"/>
                </a:cubicBezTo>
                <a:close/>
                <a:moveTo>
                  <a:pt x="139219" y="52734"/>
                </a:moveTo>
                <a:cubicBezTo>
                  <a:pt x="139219" y="41103"/>
                  <a:pt x="148681" y="31641"/>
                  <a:pt x="160313" y="31641"/>
                </a:cubicBezTo>
                <a:cubicBezTo>
                  <a:pt x="171944" y="31641"/>
                  <a:pt x="181406" y="41103"/>
                  <a:pt x="181406" y="52734"/>
                </a:cubicBezTo>
                <a:cubicBezTo>
                  <a:pt x="181406" y="64365"/>
                  <a:pt x="171944" y="73828"/>
                  <a:pt x="160313" y="73828"/>
                </a:cubicBezTo>
                <a:cubicBezTo>
                  <a:pt x="148681" y="73828"/>
                  <a:pt x="139219" y="64365"/>
                  <a:pt x="139219" y="52734"/>
                </a:cubicBezTo>
                <a:close/>
                <a:moveTo>
                  <a:pt x="359648" y="52734"/>
                </a:moveTo>
                <a:cubicBezTo>
                  <a:pt x="359648" y="41103"/>
                  <a:pt x="369111" y="31641"/>
                  <a:pt x="380742" y="31641"/>
                </a:cubicBezTo>
                <a:cubicBezTo>
                  <a:pt x="392373" y="31641"/>
                  <a:pt x="401836" y="41103"/>
                  <a:pt x="401836" y="52734"/>
                </a:cubicBezTo>
                <a:cubicBezTo>
                  <a:pt x="401836" y="64365"/>
                  <a:pt x="392373" y="73828"/>
                  <a:pt x="380742" y="73828"/>
                </a:cubicBezTo>
                <a:cubicBezTo>
                  <a:pt x="369111" y="73828"/>
                  <a:pt x="359648" y="64365"/>
                  <a:pt x="359648" y="52734"/>
                </a:cubicBezTo>
                <a:close/>
                <a:moveTo>
                  <a:pt x="317461" y="244688"/>
                </a:moveTo>
                <a:cubicBezTo>
                  <a:pt x="317461" y="270857"/>
                  <a:pt x="296170" y="292148"/>
                  <a:pt x="270000" y="292148"/>
                </a:cubicBezTo>
                <a:cubicBezTo>
                  <a:pt x="243830" y="292148"/>
                  <a:pt x="222539" y="270857"/>
                  <a:pt x="222539" y="244688"/>
                </a:cubicBezTo>
                <a:cubicBezTo>
                  <a:pt x="222539" y="218518"/>
                  <a:pt x="243830" y="197227"/>
                  <a:pt x="270000" y="197227"/>
                </a:cubicBezTo>
                <a:cubicBezTo>
                  <a:pt x="296170" y="197227"/>
                  <a:pt x="317461" y="218518"/>
                  <a:pt x="317461" y="244688"/>
                </a:cubicBezTo>
                <a:close/>
                <a:moveTo>
                  <a:pt x="341991" y="88453"/>
                </a:moveTo>
                <a:lnTo>
                  <a:pt x="295306" y="169761"/>
                </a:lnTo>
                <a:cubicBezTo>
                  <a:pt x="287355" y="167069"/>
                  <a:pt x="278850" y="165586"/>
                  <a:pt x="270000" y="165586"/>
                </a:cubicBezTo>
                <a:cubicBezTo>
                  <a:pt x="261478" y="165586"/>
                  <a:pt x="253274" y="166957"/>
                  <a:pt x="245577" y="169462"/>
                </a:cubicBezTo>
                <a:lnTo>
                  <a:pt x="199064" y="88453"/>
                </a:lnTo>
                <a:cubicBezTo>
                  <a:pt x="204233" y="82850"/>
                  <a:pt x="208205" y="76129"/>
                  <a:pt x="210572" y="68696"/>
                </a:cubicBezTo>
                <a:lnTo>
                  <a:pt x="330484" y="68696"/>
                </a:lnTo>
                <a:cubicBezTo>
                  <a:pt x="332850" y="76129"/>
                  <a:pt x="336822" y="82850"/>
                  <a:pt x="341991" y="88453"/>
                </a:cubicBezTo>
                <a:close/>
                <a:moveTo>
                  <a:pt x="199064" y="400922"/>
                </a:moveTo>
                <a:lnTo>
                  <a:pt x="245577" y="319913"/>
                </a:lnTo>
                <a:cubicBezTo>
                  <a:pt x="253274" y="322418"/>
                  <a:pt x="261478" y="323789"/>
                  <a:pt x="270000" y="323789"/>
                </a:cubicBezTo>
                <a:cubicBezTo>
                  <a:pt x="278850" y="323789"/>
                  <a:pt x="287355" y="322306"/>
                  <a:pt x="295306" y="319614"/>
                </a:cubicBezTo>
                <a:lnTo>
                  <a:pt x="341991" y="400922"/>
                </a:lnTo>
                <a:cubicBezTo>
                  <a:pt x="336822" y="406525"/>
                  <a:pt x="332850" y="413246"/>
                  <a:pt x="330483" y="420679"/>
                </a:cubicBezTo>
                <a:lnTo>
                  <a:pt x="210572" y="420679"/>
                </a:lnTo>
                <a:cubicBezTo>
                  <a:pt x="208205" y="413246"/>
                  <a:pt x="204233" y="406525"/>
                  <a:pt x="199064" y="400922"/>
                </a:cubicBezTo>
                <a:close/>
                <a:moveTo>
                  <a:pt x="436959" y="228867"/>
                </a:moveTo>
                <a:lnTo>
                  <a:pt x="347510" y="228867"/>
                </a:lnTo>
                <a:cubicBezTo>
                  <a:pt x="344046" y="211872"/>
                  <a:pt x="335109" y="196850"/>
                  <a:pt x="322635" y="185706"/>
                </a:cubicBezTo>
                <a:lnTo>
                  <a:pt x="369416" y="104232"/>
                </a:lnTo>
                <a:cubicBezTo>
                  <a:pt x="373067" y="105033"/>
                  <a:pt x="376854" y="105469"/>
                  <a:pt x="380742" y="105469"/>
                </a:cubicBezTo>
                <a:cubicBezTo>
                  <a:pt x="384648" y="105469"/>
                  <a:pt x="388451" y="105029"/>
                  <a:pt x="392117" y="104219"/>
                </a:cubicBezTo>
                <a:lnTo>
                  <a:pt x="451093" y="206368"/>
                </a:lnTo>
                <a:cubicBezTo>
                  <a:pt x="444628" y="212475"/>
                  <a:pt x="439695" y="220185"/>
                  <a:pt x="436959" y="228867"/>
                </a:cubicBezTo>
                <a:close/>
                <a:moveTo>
                  <a:pt x="148006" y="104004"/>
                </a:moveTo>
                <a:cubicBezTo>
                  <a:pt x="151957" y="104952"/>
                  <a:pt x="156075" y="105469"/>
                  <a:pt x="160313" y="105469"/>
                </a:cubicBezTo>
                <a:cubicBezTo>
                  <a:pt x="164201" y="105469"/>
                  <a:pt x="167987" y="105033"/>
                  <a:pt x="171639" y="104231"/>
                </a:cubicBezTo>
                <a:lnTo>
                  <a:pt x="218069" y="185096"/>
                </a:lnTo>
                <a:cubicBezTo>
                  <a:pt x="205231" y="196298"/>
                  <a:pt x="196019" y="211556"/>
                  <a:pt x="192491" y="228867"/>
                </a:cubicBezTo>
                <a:lnTo>
                  <a:pt x="103041" y="228867"/>
                </a:lnTo>
                <a:cubicBezTo>
                  <a:pt x="100305" y="220185"/>
                  <a:pt x="95372" y="212475"/>
                  <a:pt x="88907" y="206368"/>
                </a:cubicBezTo>
                <a:close/>
                <a:moveTo>
                  <a:pt x="103041" y="260508"/>
                </a:moveTo>
                <a:lnTo>
                  <a:pt x="192490" y="260508"/>
                </a:lnTo>
                <a:cubicBezTo>
                  <a:pt x="196018" y="277819"/>
                  <a:pt x="205230" y="293077"/>
                  <a:pt x="218068" y="304279"/>
                </a:cubicBezTo>
                <a:lnTo>
                  <a:pt x="171638" y="385144"/>
                </a:lnTo>
                <a:cubicBezTo>
                  <a:pt x="167987" y="384342"/>
                  <a:pt x="164201" y="383906"/>
                  <a:pt x="160313" y="383906"/>
                </a:cubicBezTo>
                <a:cubicBezTo>
                  <a:pt x="156075" y="383906"/>
                  <a:pt x="151957" y="384423"/>
                  <a:pt x="148006" y="385371"/>
                </a:cubicBezTo>
                <a:lnTo>
                  <a:pt x="88906" y="283007"/>
                </a:lnTo>
                <a:cubicBezTo>
                  <a:pt x="95372" y="276900"/>
                  <a:pt x="100305" y="269190"/>
                  <a:pt x="103041" y="260508"/>
                </a:cubicBezTo>
                <a:close/>
                <a:moveTo>
                  <a:pt x="392117" y="385156"/>
                </a:moveTo>
                <a:cubicBezTo>
                  <a:pt x="388451" y="384346"/>
                  <a:pt x="384648" y="383906"/>
                  <a:pt x="380742" y="383906"/>
                </a:cubicBezTo>
                <a:cubicBezTo>
                  <a:pt x="376854" y="383906"/>
                  <a:pt x="373067" y="384342"/>
                  <a:pt x="369416" y="385144"/>
                </a:cubicBezTo>
                <a:lnTo>
                  <a:pt x="322635" y="303670"/>
                </a:lnTo>
                <a:cubicBezTo>
                  <a:pt x="335109" y="292526"/>
                  <a:pt x="344046" y="277504"/>
                  <a:pt x="347510" y="260509"/>
                </a:cubicBezTo>
                <a:lnTo>
                  <a:pt x="436959" y="260509"/>
                </a:lnTo>
                <a:cubicBezTo>
                  <a:pt x="439695" y="269191"/>
                  <a:pt x="444628" y="276901"/>
                  <a:pt x="451093" y="283009"/>
                </a:cubicBezTo>
                <a:close/>
              </a:path>
            </a:pathLst>
          </a:custGeom>
          <a:solidFill>
            <a:schemeClr val="bg1"/>
          </a:solidFill>
          <a:ln w="104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Рисунок 585">
            <a:extLst>
              <a:ext uri="{FF2B5EF4-FFF2-40B4-BE49-F238E27FC236}">
                <a16:creationId xmlns:a16="http://schemas.microsoft.com/office/drawing/2014/main" id="{583454D7-436F-F9A9-C43A-0F8314D7A584}"/>
              </a:ext>
            </a:extLst>
          </p:cNvPr>
          <p:cNvSpPr/>
          <p:nvPr/>
        </p:nvSpPr>
        <p:spPr>
          <a:xfrm>
            <a:off x="3065584" y="3472698"/>
            <a:ext cx="354544" cy="282185"/>
          </a:xfrm>
          <a:custGeom>
            <a:avLst/>
            <a:gdLst>
              <a:gd name="connsiteX0" fmla="*/ 487266 w 540001"/>
              <a:gd name="connsiteY0" fmla="*/ 191953 h 489375"/>
              <a:gd name="connsiteX1" fmla="*/ 479629 w 540001"/>
              <a:gd name="connsiteY1" fmla="*/ 192513 h 489375"/>
              <a:gd name="connsiteX2" fmla="*/ 419528 w 540001"/>
              <a:gd name="connsiteY2" fmla="*/ 88417 h 489375"/>
              <a:gd name="connsiteX3" fmla="*/ 433477 w 540001"/>
              <a:gd name="connsiteY3" fmla="*/ 52734 h 489375"/>
              <a:gd name="connsiteX4" fmla="*/ 380742 w 540001"/>
              <a:gd name="connsiteY4" fmla="*/ 0 h 489375"/>
              <a:gd name="connsiteX5" fmla="*/ 330387 w 540001"/>
              <a:gd name="connsiteY5" fmla="*/ 37056 h 489375"/>
              <a:gd name="connsiteX6" fmla="*/ 210668 w 540001"/>
              <a:gd name="connsiteY6" fmla="*/ 37056 h 489375"/>
              <a:gd name="connsiteX7" fmla="*/ 160313 w 540001"/>
              <a:gd name="connsiteY7" fmla="*/ 0 h 489375"/>
              <a:gd name="connsiteX8" fmla="*/ 107578 w 540001"/>
              <a:gd name="connsiteY8" fmla="*/ 52734 h 489375"/>
              <a:gd name="connsiteX9" fmla="*/ 120884 w 540001"/>
              <a:gd name="connsiteY9" fmla="*/ 87700 h 489375"/>
              <a:gd name="connsiteX10" fmla="*/ 60371 w 540001"/>
              <a:gd name="connsiteY10" fmla="*/ 192512 h 489375"/>
              <a:gd name="connsiteX11" fmla="*/ 52734 w 540001"/>
              <a:gd name="connsiteY11" fmla="*/ 191953 h 489375"/>
              <a:gd name="connsiteX12" fmla="*/ 0 w 540001"/>
              <a:gd name="connsiteY12" fmla="*/ 244688 h 489375"/>
              <a:gd name="connsiteX13" fmla="*/ 52734 w 540001"/>
              <a:gd name="connsiteY13" fmla="*/ 297422 h 489375"/>
              <a:gd name="connsiteX14" fmla="*/ 60371 w 540001"/>
              <a:gd name="connsiteY14" fmla="*/ 296862 h 489375"/>
              <a:gd name="connsiteX15" fmla="*/ 120884 w 540001"/>
              <a:gd name="connsiteY15" fmla="*/ 401674 h 489375"/>
              <a:gd name="connsiteX16" fmla="*/ 107578 w 540001"/>
              <a:gd name="connsiteY16" fmla="*/ 436641 h 489375"/>
              <a:gd name="connsiteX17" fmla="*/ 160313 w 540001"/>
              <a:gd name="connsiteY17" fmla="*/ 489375 h 489375"/>
              <a:gd name="connsiteX18" fmla="*/ 210668 w 540001"/>
              <a:gd name="connsiteY18" fmla="*/ 452319 h 489375"/>
              <a:gd name="connsiteX19" fmla="*/ 330387 w 540001"/>
              <a:gd name="connsiteY19" fmla="*/ 452319 h 489375"/>
              <a:gd name="connsiteX20" fmla="*/ 380742 w 540001"/>
              <a:gd name="connsiteY20" fmla="*/ 489375 h 489375"/>
              <a:gd name="connsiteX21" fmla="*/ 433477 w 540001"/>
              <a:gd name="connsiteY21" fmla="*/ 436641 h 489375"/>
              <a:gd name="connsiteX22" fmla="*/ 419529 w 540001"/>
              <a:gd name="connsiteY22" fmla="*/ 400958 h 489375"/>
              <a:gd name="connsiteX23" fmla="*/ 479630 w 540001"/>
              <a:gd name="connsiteY23" fmla="*/ 296862 h 489375"/>
              <a:gd name="connsiteX24" fmla="*/ 487267 w 540001"/>
              <a:gd name="connsiteY24" fmla="*/ 297422 h 489375"/>
              <a:gd name="connsiteX25" fmla="*/ 540001 w 540001"/>
              <a:gd name="connsiteY25" fmla="*/ 244688 h 489375"/>
              <a:gd name="connsiteX26" fmla="*/ 487266 w 540001"/>
              <a:gd name="connsiteY26" fmla="*/ 191953 h 489375"/>
              <a:gd name="connsiteX27" fmla="*/ 487266 w 540001"/>
              <a:gd name="connsiteY27" fmla="*/ 265781 h 489375"/>
              <a:gd name="connsiteX28" fmla="*/ 466172 w 540001"/>
              <a:gd name="connsiteY28" fmla="*/ 244688 h 489375"/>
              <a:gd name="connsiteX29" fmla="*/ 487266 w 540001"/>
              <a:gd name="connsiteY29" fmla="*/ 223594 h 489375"/>
              <a:gd name="connsiteX30" fmla="*/ 508359 w 540001"/>
              <a:gd name="connsiteY30" fmla="*/ 244688 h 489375"/>
              <a:gd name="connsiteX31" fmla="*/ 487266 w 540001"/>
              <a:gd name="connsiteY31" fmla="*/ 265781 h 489375"/>
              <a:gd name="connsiteX32" fmla="*/ 401836 w 540001"/>
              <a:gd name="connsiteY32" fmla="*/ 436641 h 489375"/>
              <a:gd name="connsiteX33" fmla="*/ 380742 w 540001"/>
              <a:gd name="connsiteY33" fmla="*/ 457734 h 489375"/>
              <a:gd name="connsiteX34" fmla="*/ 359648 w 540001"/>
              <a:gd name="connsiteY34" fmla="*/ 436641 h 489375"/>
              <a:gd name="connsiteX35" fmla="*/ 380742 w 540001"/>
              <a:gd name="connsiteY35" fmla="*/ 415547 h 489375"/>
              <a:gd name="connsiteX36" fmla="*/ 401836 w 540001"/>
              <a:gd name="connsiteY36" fmla="*/ 436641 h 489375"/>
              <a:gd name="connsiteX37" fmla="*/ 181406 w 540001"/>
              <a:gd name="connsiteY37" fmla="*/ 436641 h 489375"/>
              <a:gd name="connsiteX38" fmla="*/ 160313 w 540001"/>
              <a:gd name="connsiteY38" fmla="*/ 457734 h 489375"/>
              <a:gd name="connsiteX39" fmla="*/ 139219 w 540001"/>
              <a:gd name="connsiteY39" fmla="*/ 436641 h 489375"/>
              <a:gd name="connsiteX40" fmla="*/ 160313 w 540001"/>
              <a:gd name="connsiteY40" fmla="*/ 415547 h 489375"/>
              <a:gd name="connsiteX41" fmla="*/ 181406 w 540001"/>
              <a:gd name="connsiteY41" fmla="*/ 436641 h 489375"/>
              <a:gd name="connsiteX42" fmla="*/ 31641 w 540001"/>
              <a:gd name="connsiteY42" fmla="*/ 244688 h 489375"/>
              <a:gd name="connsiteX43" fmla="*/ 52734 w 540001"/>
              <a:gd name="connsiteY43" fmla="*/ 223594 h 489375"/>
              <a:gd name="connsiteX44" fmla="*/ 73828 w 540001"/>
              <a:gd name="connsiteY44" fmla="*/ 244688 h 489375"/>
              <a:gd name="connsiteX45" fmla="*/ 52734 w 540001"/>
              <a:gd name="connsiteY45" fmla="*/ 265781 h 489375"/>
              <a:gd name="connsiteX46" fmla="*/ 31641 w 540001"/>
              <a:gd name="connsiteY46" fmla="*/ 244688 h 489375"/>
              <a:gd name="connsiteX47" fmla="*/ 139219 w 540001"/>
              <a:gd name="connsiteY47" fmla="*/ 52734 h 489375"/>
              <a:gd name="connsiteX48" fmla="*/ 160313 w 540001"/>
              <a:gd name="connsiteY48" fmla="*/ 31641 h 489375"/>
              <a:gd name="connsiteX49" fmla="*/ 181406 w 540001"/>
              <a:gd name="connsiteY49" fmla="*/ 52734 h 489375"/>
              <a:gd name="connsiteX50" fmla="*/ 160313 w 540001"/>
              <a:gd name="connsiteY50" fmla="*/ 73828 h 489375"/>
              <a:gd name="connsiteX51" fmla="*/ 139219 w 540001"/>
              <a:gd name="connsiteY51" fmla="*/ 52734 h 489375"/>
              <a:gd name="connsiteX52" fmla="*/ 359648 w 540001"/>
              <a:gd name="connsiteY52" fmla="*/ 52734 h 489375"/>
              <a:gd name="connsiteX53" fmla="*/ 380742 w 540001"/>
              <a:gd name="connsiteY53" fmla="*/ 31641 h 489375"/>
              <a:gd name="connsiteX54" fmla="*/ 401836 w 540001"/>
              <a:gd name="connsiteY54" fmla="*/ 52734 h 489375"/>
              <a:gd name="connsiteX55" fmla="*/ 380742 w 540001"/>
              <a:gd name="connsiteY55" fmla="*/ 73828 h 489375"/>
              <a:gd name="connsiteX56" fmla="*/ 359648 w 540001"/>
              <a:gd name="connsiteY56" fmla="*/ 52734 h 489375"/>
              <a:gd name="connsiteX57" fmla="*/ 317461 w 540001"/>
              <a:gd name="connsiteY57" fmla="*/ 244688 h 489375"/>
              <a:gd name="connsiteX58" fmla="*/ 270000 w 540001"/>
              <a:gd name="connsiteY58" fmla="*/ 292148 h 489375"/>
              <a:gd name="connsiteX59" fmla="*/ 222539 w 540001"/>
              <a:gd name="connsiteY59" fmla="*/ 244688 h 489375"/>
              <a:gd name="connsiteX60" fmla="*/ 270000 w 540001"/>
              <a:gd name="connsiteY60" fmla="*/ 197227 h 489375"/>
              <a:gd name="connsiteX61" fmla="*/ 317461 w 540001"/>
              <a:gd name="connsiteY61" fmla="*/ 244688 h 489375"/>
              <a:gd name="connsiteX62" fmla="*/ 341991 w 540001"/>
              <a:gd name="connsiteY62" fmla="*/ 88453 h 489375"/>
              <a:gd name="connsiteX63" fmla="*/ 295306 w 540001"/>
              <a:gd name="connsiteY63" fmla="*/ 169761 h 489375"/>
              <a:gd name="connsiteX64" fmla="*/ 270000 w 540001"/>
              <a:gd name="connsiteY64" fmla="*/ 165586 h 489375"/>
              <a:gd name="connsiteX65" fmla="*/ 245577 w 540001"/>
              <a:gd name="connsiteY65" fmla="*/ 169462 h 489375"/>
              <a:gd name="connsiteX66" fmla="*/ 199064 w 540001"/>
              <a:gd name="connsiteY66" fmla="*/ 88453 h 489375"/>
              <a:gd name="connsiteX67" fmla="*/ 210572 w 540001"/>
              <a:gd name="connsiteY67" fmla="*/ 68696 h 489375"/>
              <a:gd name="connsiteX68" fmla="*/ 330484 w 540001"/>
              <a:gd name="connsiteY68" fmla="*/ 68696 h 489375"/>
              <a:gd name="connsiteX69" fmla="*/ 341991 w 540001"/>
              <a:gd name="connsiteY69" fmla="*/ 88453 h 489375"/>
              <a:gd name="connsiteX70" fmla="*/ 199064 w 540001"/>
              <a:gd name="connsiteY70" fmla="*/ 400922 h 489375"/>
              <a:gd name="connsiteX71" fmla="*/ 245577 w 540001"/>
              <a:gd name="connsiteY71" fmla="*/ 319913 h 489375"/>
              <a:gd name="connsiteX72" fmla="*/ 270000 w 540001"/>
              <a:gd name="connsiteY72" fmla="*/ 323789 h 489375"/>
              <a:gd name="connsiteX73" fmla="*/ 295306 w 540001"/>
              <a:gd name="connsiteY73" fmla="*/ 319614 h 489375"/>
              <a:gd name="connsiteX74" fmla="*/ 341991 w 540001"/>
              <a:gd name="connsiteY74" fmla="*/ 400922 h 489375"/>
              <a:gd name="connsiteX75" fmla="*/ 330483 w 540001"/>
              <a:gd name="connsiteY75" fmla="*/ 420679 h 489375"/>
              <a:gd name="connsiteX76" fmla="*/ 210572 w 540001"/>
              <a:gd name="connsiteY76" fmla="*/ 420679 h 489375"/>
              <a:gd name="connsiteX77" fmla="*/ 199064 w 540001"/>
              <a:gd name="connsiteY77" fmla="*/ 400922 h 489375"/>
              <a:gd name="connsiteX78" fmla="*/ 436959 w 540001"/>
              <a:gd name="connsiteY78" fmla="*/ 228867 h 489375"/>
              <a:gd name="connsiteX79" fmla="*/ 347510 w 540001"/>
              <a:gd name="connsiteY79" fmla="*/ 228867 h 489375"/>
              <a:gd name="connsiteX80" fmla="*/ 322635 w 540001"/>
              <a:gd name="connsiteY80" fmla="*/ 185706 h 489375"/>
              <a:gd name="connsiteX81" fmla="*/ 369416 w 540001"/>
              <a:gd name="connsiteY81" fmla="*/ 104232 h 489375"/>
              <a:gd name="connsiteX82" fmla="*/ 380742 w 540001"/>
              <a:gd name="connsiteY82" fmla="*/ 105469 h 489375"/>
              <a:gd name="connsiteX83" fmla="*/ 392117 w 540001"/>
              <a:gd name="connsiteY83" fmla="*/ 104219 h 489375"/>
              <a:gd name="connsiteX84" fmla="*/ 451093 w 540001"/>
              <a:gd name="connsiteY84" fmla="*/ 206368 h 489375"/>
              <a:gd name="connsiteX85" fmla="*/ 436959 w 540001"/>
              <a:gd name="connsiteY85" fmla="*/ 228867 h 489375"/>
              <a:gd name="connsiteX86" fmla="*/ 148006 w 540001"/>
              <a:gd name="connsiteY86" fmla="*/ 104004 h 489375"/>
              <a:gd name="connsiteX87" fmla="*/ 160313 w 540001"/>
              <a:gd name="connsiteY87" fmla="*/ 105469 h 489375"/>
              <a:gd name="connsiteX88" fmla="*/ 171639 w 540001"/>
              <a:gd name="connsiteY88" fmla="*/ 104231 h 489375"/>
              <a:gd name="connsiteX89" fmla="*/ 218069 w 540001"/>
              <a:gd name="connsiteY89" fmla="*/ 185096 h 489375"/>
              <a:gd name="connsiteX90" fmla="*/ 192491 w 540001"/>
              <a:gd name="connsiteY90" fmla="*/ 228867 h 489375"/>
              <a:gd name="connsiteX91" fmla="*/ 103041 w 540001"/>
              <a:gd name="connsiteY91" fmla="*/ 228867 h 489375"/>
              <a:gd name="connsiteX92" fmla="*/ 88907 w 540001"/>
              <a:gd name="connsiteY92" fmla="*/ 206368 h 489375"/>
              <a:gd name="connsiteX93" fmla="*/ 103041 w 540001"/>
              <a:gd name="connsiteY93" fmla="*/ 260508 h 489375"/>
              <a:gd name="connsiteX94" fmla="*/ 192490 w 540001"/>
              <a:gd name="connsiteY94" fmla="*/ 260508 h 489375"/>
              <a:gd name="connsiteX95" fmla="*/ 218068 w 540001"/>
              <a:gd name="connsiteY95" fmla="*/ 304279 h 489375"/>
              <a:gd name="connsiteX96" fmla="*/ 171638 w 540001"/>
              <a:gd name="connsiteY96" fmla="*/ 385144 h 489375"/>
              <a:gd name="connsiteX97" fmla="*/ 160313 w 540001"/>
              <a:gd name="connsiteY97" fmla="*/ 383906 h 489375"/>
              <a:gd name="connsiteX98" fmla="*/ 148006 w 540001"/>
              <a:gd name="connsiteY98" fmla="*/ 385371 h 489375"/>
              <a:gd name="connsiteX99" fmla="*/ 88906 w 540001"/>
              <a:gd name="connsiteY99" fmla="*/ 283007 h 489375"/>
              <a:gd name="connsiteX100" fmla="*/ 103041 w 540001"/>
              <a:gd name="connsiteY100" fmla="*/ 260508 h 489375"/>
              <a:gd name="connsiteX101" fmla="*/ 392117 w 540001"/>
              <a:gd name="connsiteY101" fmla="*/ 385156 h 489375"/>
              <a:gd name="connsiteX102" fmla="*/ 380742 w 540001"/>
              <a:gd name="connsiteY102" fmla="*/ 383906 h 489375"/>
              <a:gd name="connsiteX103" fmla="*/ 369416 w 540001"/>
              <a:gd name="connsiteY103" fmla="*/ 385144 h 489375"/>
              <a:gd name="connsiteX104" fmla="*/ 322635 w 540001"/>
              <a:gd name="connsiteY104" fmla="*/ 303670 h 489375"/>
              <a:gd name="connsiteX105" fmla="*/ 347510 w 540001"/>
              <a:gd name="connsiteY105" fmla="*/ 260509 h 489375"/>
              <a:gd name="connsiteX106" fmla="*/ 436959 w 540001"/>
              <a:gd name="connsiteY106" fmla="*/ 260509 h 489375"/>
              <a:gd name="connsiteX107" fmla="*/ 451093 w 540001"/>
              <a:gd name="connsiteY107" fmla="*/ 283009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0001" h="489375">
                <a:moveTo>
                  <a:pt x="487266" y="191953"/>
                </a:moveTo>
                <a:cubicBezTo>
                  <a:pt x="484672" y="191953"/>
                  <a:pt x="482124" y="192149"/>
                  <a:pt x="479629" y="192513"/>
                </a:cubicBezTo>
                <a:lnTo>
                  <a:pt x="419528" y="88417"/>
                </a:lnTo>
                <a:cubicBezTo>
                  <a:pt x="428181" y="79019"/>
                  <a:pt x="433477" y="66485"/>
                  <a:pt x="433477" y="52734"/>
                </a:cubicBezTo>
                <a:cubicBezTo>
                  <a:pt x="433477" y="23657"/>
                  <a:pt x="409820" y="0"/>
                  <a:pt x="380742" y="0"/>
                </a:cubicBezTo>
                <a:cubicBezTo>
                  <a:pt x="357121" y="0"/>
                  <a:pt x="337078" y="15610"/>
                  <a:pt x="330387" y="37056"/>
                </a:cubicBezTo>
                <a:lnTo>
                  <a:pt x="210668" y="37056"/>
                </a:lnTo>
                <a:cubicBezTo>
                  <a:pt x="203977" y="15610"/>
                  <a:pt x="183933" y="0"/>
                  <a:pt x="160313" y="0"/>
                </a:cubicBezTo>
                <a:cubicBezTo>
                  <a:pt x="131235" y="0"/>
                  <a:pt x="107578" y="23657"/>
                  <a:pt x="107578" y="52734"/>
                </a:cubicBezTo>
                <a:cubicBezTo>
                  <a:pt x="107578" y="66141"/>
                  <a:pt x="112614" y="78386"/>
                  <a:pt x="120884" y="87700"/>
                </a:cubicBezTo>
                <a:lnTo>
                  <a:pt x="60371" y="192512"/>
                </a:lnTo>
                <a:cubicBezTo>
                  <a:pt x="57876" y="192149"/>
                  <a:pt x="55328" y="191953"/>
                  <a:pt x="52734" y="191953"/>
                </a:cubicBezTo>
                <a:cubicBezTo>
                  <a:pt x="23657" y="191953"/>
                  <a:pt x="0" y="215610"/>
                  <a:pt x="0" y="244688"/>
                </a:cubicBezTo>
                <a:cubicBezTo>
                  <a:pt x="0" y="273765"/>
                  <a:pt x="23657" y="297422"/>
                  <a:pt x="52734" y="297422"/>
                </a:cubicBezTo>
                <a:cubicBezTo>
                  <a:pt x="55328" y="297422"/>
                  <a:pt x="57876" y="297226"/>
                  <a:pt x="60371" y="296862"/>
                </a:cubicBezTo>
                <a:lnTo>
                  <a:pt x="120884" y="401674"/>
                </a:lnTo>
                <a:cubicBezTo>
                  <a:pt x="112614" y="410989"/>
                  <a:pt x="107578" y="423235"/>
                  <a:pt x="107578" y="436641"/>
                </a:cubicBezTo>
                <a:cubicBezTo>
                  <a:pt x="107578" y="465718"/>
                  <a:pt x="131235" y="489375"/>
                  <a:pt x="160313" y="489375"/>
                </a:cubicBezTo>
                <a:cubicBezTo>
                  <a:pt x="183933" y="489375"/>
                  <a:pt x="203977" y="473765"/>
                  <a:pt x="210668" y="452319"/>
                </a:cubicBezTo>
                <a:lnTo>
                  <a:pt x="330387" y="452319"/>
                </a:lnTo>
                <a:cubicBezTo>
                  <a:pt x="337078" y="473765"/>
                  <a:pt x="357121" y="489375"/>
                  <a:pt x="380742" y="489375"/>
                </a:cubicBezTo>
                <a:cubicBezTo>
                  <a:pt x="409820" y="489375"/>
                  <a:pt x="433477" y="465718"/>
                  <a:pt x="433477" y="436641"/>
                </a:cubicBezTo>
                <a:cubicBezTo>
                  <a:pt x="433477" y="422890"/>
                  <a:pt x="428181" y="410356"/>
                  <a:pt x="419529" y="400958"/>
                </a:cubicBezTo>
                <a:lnTo>
                  <a:pt x="479630" y="296862"/>
                </a:lnTo>
                <a:cubicBezTo>
                  <a:pt x="482124" y="297226"/>
                  <a:pt x="484672" y="297422"/>
                  <a:pt x="487267" y="297422"/>
                </a:cubicBezTo>
                <a:cubicBezTo>
                  <a:pt x="516344" y="297422"/>
                  <a:pt x="540001" y="273765"/>
                  <a:pt x="540001" y="244688"/>
                </a:cubicBezTo>
                <a:cubicBezTo>
                  <a:pt x="540001" y="215610"/>
                  <a:pt x="516343" y="191953"/>
                  <a:pt x="487266" y="191953"/>
                </a:cubicBezTo>
                <a:close/>
                <a:moveTo>
                  <a:pt x="487266" y="265781"/>
                </a:moveTo>
                <a:cubicBezTo>
                  <a:pt x="475635" y="265781"/>
                  <a:pt x="466172" y="256319"/>
                  <a:pt x="466172" y="244688"/>
                </a:cubicBezTo>
                <a:cubicBezTo>
                  <a:pt x="466172" y="233056"/>
                  <a:pt x="475635" y="223594"/>
                  <a:pt x="487266" y="223594"/>
                </a:cubicBezTo>
                <a:cubicBezTo>
                  <a:pt x="498897" y="223594"/>
                  <a:pt x="508359" y="233056"/>
                  <a:pt x="508359" y="244688"/>
                </a:cubicBezTo>
                <a:cubicBezTo>
                  <a:pt x="508359" y="256319"/>
                  <a:pt x="498897" y="265781"/>
                  <a:pt x="487266" y="265781"/>
                </a:cubicBezTo>
                <a:close/>
                <a:moveTo>
                  <a:pt x="401836" y="436641"/>
                </a:moveTo>
                <a:cubicBezTo>
                  <a:pt x="401836" y="448272"/>
                  <a:pt x="392373" y="457734"/>
                  <a:pt x="380742" y="457734"/>
                </a:cubicBezTo>
                <a:cubicBezTo>
                  <a:pt x="369111" y="457734"/>
                  <a:pt x="359648" y="448272"/>
                  <a:pt x="359648" y="436641"/>
                </a:cubicBezTo>
                <a:cubicBezTo>
                  <a:pt x="359648" y="425010"/>
                  <a:pt x="369111" y="415547"/>
                  <a:pt x="380742" y="415547"/>
                </a:cubicBezTo>
                <a:cubicBezTo>
                  <a:pt x="392373" y="415547"/>
                  <a:pt x="401836" y="425010"/>
                  <a:pt x="401836" y="436641"/>
                </a:cubicBezTo>
                <a:close/>
                <a:moveTo>
                  <a:pt x="181406" y="436641"/>
                </a:moveTo>
                <a:cubicBezTo>
                  <a:pt x="181406" y="448272"/>
                  <a:pt x="171944" y="457734"/>
                  <a:pt x="160313" y="457734"/>
                </a:cubicBezTo>
                <a:cubicBezTo>
                  <a:pt x="148681" y="457734"/>
                  <a:pt x="139219" y="448272"/>
                  <a:pt x="139219" y="436641"/>
                </a:cubicBezTo>
                <a:cubicBezTo>
                  <a:pt x="139219" y="425010"/>
                  <a:pt x="148681" y="415547"/>
                  <a:pt x="160313" y="415547"/>
                </a:cubicBezTo>
                <a:cubicBezTo>
                  <a:pt x="171944" y="415547"/>
                  <a:pt x="181406" y="425010"/>
                  <a:pt x="181406" y="436641"/>
                </a:cubicBezTo>
                <a:close/>
                <a:moveTo>
                  <a:pt x="31641" y="244688"/>
                </a:moveTo>
                <a:cubicBezTo>
                  <a:pt x="31641" y="233056"/>
                  <a:pt x="41103" y="223594"/>
                  <a:pt x="52734" y="223594"/>
                </a:cubicBezTo>
                <a:cubicBezTo>
                  <a:pt x="64365" y="223594"/>
                  <a:pt x="73828" y="233056"/>
                  <a:pt x="73828" y="244688"/>
                </a:cubicBezTo>
                <a:cubicBezTo>
                  <a:pt x="73828" y="256319"/>
                  <a:pt x="64365" y="265781"/>
                  <a:pt x="52734" y="265781"/>
                </a:cubicBezTo>
                <a:cubicBezTo>
                  <a:pt x="41103" y="265781"/>
                  <a:pt x="31641" y="256319"/>
                  <a:pt x="31641" y="244688"/>
                </a:cubicBezTo>
                <a:close/>
                <a:moveTo>
                  <a:pt x="139219" y="52734"/>
                </a:moveTo>
                <a:cubicBezTo>
                  <a:pt x="139219" y="41103"/>
                  <a:pt x="148681" y="31641"/>
                  <a:pt x="160313" y="31641"/>
                </a:cubicBezTo>
                <a:cubicBezTo>
                  <a:pt x="171944" y="31641"/>
                  <a:pt x="181406" y="41103"/>
                  <a:pt x="181406" y="52734"/>
                </a:cubicBezTo>
                <a:cubicBezTo>
                  <a:pt x="181406" y="64365"/>
                  <a:pt x="171944" y="73828"/>
                  <a:pt x="160313" y="73828"/>
                </a:cubicBezTo>
                <a:cubicBezTo>
                  <a:pt x="148681" y="73828"/>
                  <a:pt x="139219" y="64365"/>
                  <a:pt x="139219" y="52734"/>
                </a:cubicBezTo>
                <a:close/>
                <a:moveTo>
                  <a:pt x="359648" y="52734"/>
                </a:moveTo>
                <a:cubicBezTo>
                  <a:pt x="359648" y="41103"/>
                  <a:pt x="369111" y="31641"/>
                  <a:pt x="380742" y="31641"/>
                </a:cubicBezTo>
                <a:cubicBezTo>
                  <a:pt x="392373" y="31641"/>
                  <a:pt x="401836" y="41103"/>
                  <a:pt x="401836" y="52734"/>
                </a:cubicBezTo>
                <a:cubicBezTo>
                  <a:pt x="401836" y="64365"/>
                  <a:pt x="392373" y="73828"/>
                  <a:pt x="380742" y="73828"/>
                </a:cubicBezTo>
                <a:cubicBezTo>
                  <a:pt x="369111" y="73828"/>
                  <a:pt x="359648" y="64365"/>
                  <a:pt x="359648" y="52734"/>
                </a:cubicBezTo>
                <a:close/>
                <a:moveTo>
                  <a:pt x="317461" y="244688"/>
                </a:moveTo>
                <a:cubicBezTo>
                  <a:pt x="317461" y="270857"/>
                  <a:pt x="296170" y="292148"/>
                  <a:pt x="270000" y="292148"/>
                </a:cubicBezTo>
                <a:cubicBezTo>
                  <a:pt x="243830" y="292148"/>
                  <a:pt x="222539" y="270857"/>
                  <a:pt x="222539" y="244688"/>
                </a:cubicBezTo>
                <a:cubicBezTo>
                  <a:pt x="222539" y="218518"/>
                  <a:pt x="243830" y="197227"/>
                  <a:pt x="270000" y="197227"/>
                </a:cubicBezTo>
                <a:cubicBezTo>
                  <a:pt x="296170" y="197227"/>
                  <a:pt x="317461" y="218518"/>
                  <a:pt x="317461" y="244688"/>
                </a:cubicBezTo>
                <a:close/>
                <a:moveTo>
                  <a:pt x="341991" y="88453"/>
                </a:moveTo>
                <a:lnTo>
                  <a:pt x="295306" y="169761"/>
                </a:lnTo>
                <a:cubicBezTo>
                  <a:pt x="287355" y="167069"/>
                  <a:pt x="278850" y="165586"/>
                  <a:pt x="270000" y="165586"/>
                </a:cubicBezTo>
                <a:cubicBezTo>
                  <a:pt x="261478" y="165586"/>
                  <a:pt x="253274" y="166957"/>
                  <a:pt x="245577" y="169462"/>
                </a:cubicBezTo>
                <a:lnTo>
                  <a:pt x="199064" y="88453"/>
                </a:lnTo>
                <a:cubicBezTo>
                  <a:pt x="204233" y="82850"/>
                  <a:pt x="208205" y="76129"/>
                  <a:pt x="210572" y="68696"/>
                </a:cubicBezTo>
                <a:lnTo>
                  <a:pt x="330484" y="68696"/>
                </a:lnTo>
                <a:cubicBezTo>
                  <a:pt x="332850" y="76129"/>
                  <a:pt x="336822" y="82850"/>
                  <a:pt x="341991" y="88453"/>
                </a:cubicBezTo>
                <a:close/>
                <a:moveTo>
                  <a:pt x="199064" y="400922"/>
                </a:moveTo>
                <a:lnTo>
                  <a:pt x="245577" y="319913"/>
                </a:lnTo>
                <a:cubicBezTo>
                  <a:pt x="253274" y="322418"/>
                  <a:pt x="261478" y="323789"/>
                  <a:pt x="270000" y="323789"/>
                </a:cubicBezTo>
                <a:cubicBezTo>
                  <a:pt x="278850" y="323789"/>
                  <a:pt x="287355" y="322306"/>
                  <a:pt x="295306" y="319614"/>
                </a:cubicBezTo>
                <a:lnTo>
                  <a:pt x="341991" y="400922"/>
                </a:lnTo>
                <a:cubicBezTo>
                  <a:pt x="336822" y="406525"/>
                  <a:pt x="332850" y="413246"/>
                  <a:pt x="330483" y="420679"/>
                </a:cubicBezTo>
                <a:lnTo>
                  <a:pt x="210572" y="420679"/>
                </a:lnTo>
                <a:cubicBezTo>
                  <a:pt x="208205" y="413246"/>
                  <a:pt x="204233" y="406525"/>
                  <a:pt x="199064" y="400922"/>
                </a:cubicBezTo>
                <a:close/>
                <a:moveTo>
                  <a:pt x="436959" y="228867"/>
                </a:moveTo>
                <a:lnTo>
                  <a:pt x="347510" y="228867"/>
                </a:lnTo>
                <a:cubicBezTo>
                  <a:pt x="344046" y="211872"/>
                  <a:pt x="335109" y="196850"/>
                  <a:pt x="322635" y="185706"/>
                </a:cubicBezTo>
                <a:lnTo>
                  <a:pt x="369416" y="104232"/>
                </a:lnTo>
                <a:cubicBezTo>
                  <a:pt x="373067" y="105033"/>
                  <a:pt x="376854" y="105469"/>
                  <a:pt x="380742" y="105469"/>
                </a:cubicBezTo>
                <a:cubicBezTo>
                  <a:pt x="384648" y="105469"/>
                  <a:pt x="388451" y="105029"/>
                  <a:pt x="392117" y="104219"/>
                </a:cubicBezTo>
                <a:lnTo>
                  <a:pt x="451093" y="206368"/>
                </a:lnTo>
                <a:cubicBezTo>
                  <a:pt x="444628" y="212475"/>
                  <a:pt x="439695" y="220185"/>
                  <a:pt x="436959" y="228867"/>
                </a:cubicBezTo>
                <a:close/>
                <a:moveTo>
                  <a:pt x="148006" y="104004"/>
                </a:moveTo>
                <a:cubicBezTo>
                  <a:pt x="151957" y="104952"/>
                  <a:pt x="156075" y="105469"/>
                  <a:pt x="160313" y="105469"/>
                </a:cubicBezTo>
                <a:cubicBezTo>
                  <a:pt x="164201" y="105469"/>
                  <a:pt x="167987" y="105033"/>
                  <a:pt x="171639" y="104231"/>
                </a:cubicBezTo>
                <a:lnTo>
                  <a:pt x="218069" y="185096"/>
                </a:lnTo>
                <a:cubicBezTo>
                  <a:pt x="205231" y="196298"/>
                  <a:pt x="196019" y="211556"/>
                  <a:pt x="192491" y="228867"/>
                </a:cubicBezTo>
                <a:lnTo>
                  <a:pt x="103041" y="228867"/>
                </a:lnTo>
                <a:cubicBezTo>
                  <a:pt x="100305" y="220185"/>
                  <a:pt x="95372" y="212475"/>
                  <a:pt x="88907" y="206368"/>
                </a:cubicBezTo>
                <a:close/>
                <a:moveTo>
                  <a:pt x="103041" y="260508"/>
                </a:moveTo>
                <a:lnTo>
                  <a:pt x="192490" y="260508"/>
                </a:lnTo>
                <a:cubicBezTo>
                  <a:pt x="196018" y="277819"/>
                  <a:pt x="205230" y="293077"/>
                  <a:pt x="218068" y="304279"/>
                </a:cubicBezTo>
                <a:lnTo>
                  <a:pt x="171638" y="385144"/>
                </a:lnTo>
                <a:cubicBezTo>
                  <a:pt x="167987" y="384342"/>
                  <a:pt x="164201" y="383906"/>
                  <a:pt x="160313" y="383906"/>
                </a:cubicBezTo>
                <a:cubicBezTo>
                  <a:pt x="156075" y="383906"/>
                  <a:pt x="151957" y="384423"/>
                  <a:pt x="148006" y="385371"/>
                </a:cubicBezTo>
                <a:lnTo>
                  <a:pt x="88906" y="283007"/>
                </a:lnTo>
                <a:cubicBezTo>
                  <a:pt x="95372" y="276900"/>
                  <a:pt x="100305" y="269190"/>
                  <a:pt x="103041" y="260508"/>
                </a:cubicBezTo>
                <a:close/>
                <a:moveTo>
                  <a:pt x="392117" y="385156"/>
                </a:moveTo>
                <a:cubicBezTo>
                  <a:pt x="388451" y="384346"/>
                  <a:pt x="384648" y="383906"/>
                  <a:pt x="380742" y="383906"/>
                </a:cubicBezTo>
                <a:cubicBezTo>
                  <a:pt x="376854" y="383906"/>
                  <a:pt x="373067" y="384342"/>
                  <a:pt x="369416" y="385144"/>
                </a:cubicBezTo>
                <a:lnTo>
                  <a:pt x="322635" y="303670"/>
                </a:lnTo>
                <a:cubicBezTo>
                  <a:pt x="335109" y="292526"/>
                  <a:pt x="344046" y="277504"/>
                  <a:pt x="347510" y="260509"/>
                </a:cubicBezTo>
                <a:lnTo>
                  <a:pt x="436959" y="260509"/>
                </a:lnTo>
                <a:cubicBezTo>
                  <a:pt x="439695" y="269191"/>
                  <a:pt x="444628" y="276901"/>
                  <a:pt x="451093" y="283009"/>
                </a:cubicBezTo>
                <a:close/>
              </a:path>
            </a:pathLst>
          </a:custGeom>
          <a:solidFill>
            <a:schemeClr val="bg1"/>
          </a:solidFill>
          <a:ln w="104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B17C743E-5C37-9410-EF67-FFD948C22A1F}"/>
              </a:ext>
            </a:extLst>
          </p:cNvPr>
          <p:cNvSpPr/>
          <p:nvPr/>
        </p:nvSpPr>
        <p:spPr>
          <a:xfrm>
            <a:off x="30437" y="0"/>
            <a:ext cx="12192000" cy="6858000"/>
          </a:xfrm>
          <a:prstGeom prst="rect">
            <a:avLst/>
          </a:prstGeom>
          <a:gradFill flip="none" rotWithShape="1">
            <a:gsLst>
              <a:gs pos="99574">
                <a:schemeClr val="bg1">
                  <a:alpha val="33000"/>
                  <a:lumMod val="56000"/>
                  <a:lumOff val="44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5B13F8EA-1CC3-439A-8796-9B4DF6CDD187}"/>
              </a:ext>
            </a:extLst>
          </p:cNvPr>
          <p:cNvGrpSpPr/>
          <p:nvPr/>
        </p:nvGrpSpPr>
        <p:grpSpPr>
          <a:xfrm>
            <a:off x="-80086" y="5155182"/>
            <a:ext cx="12352174" cy="1702818"/>
            <a:chOff x="-73070" y="5155182"/>
            <a:chExt cx="12352174" cy="1702818"/>
          </a:xfrm>
        </p:grpSpPr>
        <p:sp>
          <p:nvSpPr>
            <p:cNvPr id="60" name="Прямоугольный треугольник 59">
              <a:extLst>
                <a:ext uri="{FF2B5EF4-FFF2-40B4-BE49-F238E27FC236}">
                  <a16:creationId xmlns:a16="http://schemas.microsoft.com/office/drawing/2014/main" id="{E5142D23-FEF2-4492-9733-D5843D75A25C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62" name="Полилиния: фигура 55">
              <a:extLst>
                <a:ext uri="{FF2B5EF4-FFF2-40B4-BE49-F238E27FC236}">
                  <a16:creationId xmlns:a16="http://schemas.microsoft.com/office/drawing/2014/main" id="{95C6B4C1-0CB2-4330-AA80-B13174D28C29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F8144C48-7F51-4BA0-BFB5-C59E81D85B47}"/>
              </a:ext>
            </a:extLst>
          </p:cNvPr>
          <p:cNvSpPr/>
          <p:nvPr/>
        </p:nvSpPr>
        <p:spPr>
          <a:xfrm rot="21300000">
            <a:off x="536848" y="1205922"/>
            <a:ext cx="8818040" cy="3571784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/>
            </a:solidFill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64" name="Заголовок 3">
            <a:extLst>
              <a:ext uri="{FF2B5EF4-FFF2-40B4-BE49-F238E27FC236}">
                <a16:creationId xmlns:a16="http://schemas.microsoft.com/office/drawing/2014/main" id="{D43BFEF2-277B-47B5-8263-BE5BB1199525}"/>
              </a:ext>
            </a:extLst>
          </p:cNvPr>
          <p:cNvSpPr txBox="1">
            <a:spLocks/>
          </p:cNvSpPr>
          <p:nvPr/>
        </p:nvSpPr>
        <p:spPr>
          <a:xfrm rot="21237326">
            <a:off x="961850" y="1583714"/>
            <a:ext cx="8261772" cy="74020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000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6200000" scaled="1"/>
                  <a:tileRect/>
                </a:gradFill>
              </a:rPr>
              <a:t>ВИДЕОНАБЛЮДЕНИЕ</a:t>
            </a:r>
          </a:p>
        </p:txBody>
      </p:sp>
      <p:sp>
        <p:nvSpPr>
          <p:cNvPr id="70" name="Подзаголовок 4">
            <a:extLst>
              <a:ext uri="{FF2B5EF4-FFF2-40B4-BE49-F238E27FC236}">
                <a16:creationId xmlns:a16="http://schemas.microsoft.com/office/drawing/2014/main" id="{0839C291-7CF3-4E7C-AE4B-F70934D0DBEC}"/>
              </a:ext>
            </a:extLst>
          </p:cNvPr>
          <p:cNvSpPr txBox="1">
            <a:spLocks/>
          </p:cNvSpPr>
          <p:nvPr/>
        </p:nvSpPr>
        <p:spPr>
          <a:xfrm rot="21276894">
            <a:off x="991002" y="3624789"/>
            <a:ext cx="5688012" cy="997196"/>
          </a:xfrm>
          <a:prstGeom prst="rect">
            <a:avLst/>
          </a:prstGeom>
        </p:spPr>
        <p:txBody>
          <a:bodyPr/>
          <a:lstStyle>
            <a:lvl1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</a:rPr>
              <a:t>Запуск кластерного продукта</a:t>
            </a:r>
          </a:p>
        </p:txBody>
      </p:sp>
      <p:pic>
        <p:nvPicPr>
          <p:cNvPr id="71" name="Рисунок 70"/>
          <p:cNvPicPr>
            <a:picLocks noChangeAspect="1"/>
          </p:cNvPicPr>
          <p:nvPr/>
        </p:nvPicPr>
        <p:blipFill rotWithShape="1">
          <a:blip r:embed="rId3"/>
          <a:srcRect r="77166" b="9589"/>
          <a:stretch/>
        </p:blipFill>
        <p:spPr>
          <a:xfrm rot="20926058">
            <a:off x="8058510" y="3242213"/>
            <a:ext cx="602618" cy="907330"/>
          </a:xfrm>
          <a:prstGeom prst="rect">
            <a:avLst/>
          </a:prstGeom>
        </p:spPr>
      </p:pic>
      <p:pic>
        <p:nvPicPr>
          <p:cNvPr id="13" name="Рисунок 12" descr="cid:Microsoft-InfoPath-00000002"/>
          <p:cNvPicPr/>
          <p:nvPr/>
        </p:nvPicPr>
        <p:blipFill rotWithShape="1"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18" t="49165" r="4029" b="13778"/>
          <a:stretch/>
        </p:blipFill>
        <p:spPr bwMode="auto">
          <a:xfrm rot="21116170">
            <a:off x="7219768" y="3509882"/>
            <a:ext cx="809392" cy="72386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5172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59BDE-7C53-F869-0B20-0509C025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D38BAD6-7A50-EF82-D2CA-029A4520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90" y="264075"/>
            <a:ext cx="13656126" cy="542841"/>
          </a:xfrm>
        </p:spPr>
        <p:txBody>
          <a:bodyPr/>
          <a:lstStyle/>
          <a:p>
            <a:r>
              <a:rPr lang="ru-RU" dirty="0"/>
              <a:t>Предпосылки</a:t>
            </a:r>
          </a:p>
        </p:txBody>
      </p:sp>
      <p:sp>
        <p:nvSpPr>
          <p:cNvPr id="31" name="Рисунок 585">
            <a:extLst>
              <a:ext uri="{FF2B5EF4-FFF2-40B4-BE49-F238E27FC236}">
                <a16:creationId xmlns:a16="http://schemas.microsoft.com/office/drawing/2014/main" id="{583454D7-436F-F9A9-C43A-0F8314D7A584}"/>
              </a:ext>
            </a:extLst>
          </p:cNvPr>
          <p:cNvSpPr/>
          <p:nvPr/>
        </p:nvSpPr>
        <p:spPr>
          <a:xfrm>
            <a:off x="10364581" y="2031851"/>
            <a:ext cx="458035" cy="323801"/>
          </a:xfrm>
          <a:custGeom>
            <a:avLst/>
            <a:gdLst>
              <a:gd name="connsiteX0" fmla="*/ 487266 w 540001"/>
              <a:gd name="connsiteY0" fmla="*/ 191953 h 489375"/>
              <a:gd name="connsiteX1" fmla="*/ 479629 w 540001"/>
              <a:gd name="connsiteY1" fmla="*/ 192513 h 489375"/>
              <a:gd name="connsiteX2" fmla="*/ 419528 w 540001"/>
              <a:gd name="connsiteY2" fmla="*/ 88417 h 489375"/>
              <a:gd name="connsiteX3" fmla="*/ 433477 w 540001"/>
              <a:gd name="connsiteY3" fmla="*/ 52734 h 489375"/>
              <a:gd name="connsiteX4" fmla="*/ 380742 w 540001"/>
              <a:gd name="connsiteY4" fmla="*/ 0 h 489375"/>
              <a:gd name="connsiteX5" fmla="*/ 330387 w 540001"/>
              <a:gd name="connsiteY5" fmla="*/ 37056 h 489375"/>
              <a:gd name="connsiteX6" fmla="*/ 210668 w 540001"/>
              <a:gd name="connsiteY6" fmla="*/ 37056 h 489375"/>
              <a:gd name="connsiteX7" fmla="*/ 160313 w 540001"/>
              <a:gd name="connsiteY7" fmla="*/ 0 h 489375"/>
              <a:gd name="connsiteX8" fmla="*/ 107578 w 540001"/>
              <a:gd name="connsiteY8" fmla="*/ 52734 h 489375"/>
              <a:gd name="connsiteX9" fmla="*/ 120884 w 540001"/>
              <a:gd name="connsiteY9" fmla="*/ 87700 h 489375"/>
              <a:gd name="connsiteX10" fmla="*/ 60371 w 540001"/>
              <a:gd name="connsiteY10" fmla="*/ 192512 h 489375"/>
              <a:gd name="connsiteX11" fmla="*/ 52734 w 540001"/>
              <a:gd name="connsiteY11" fmla="*/ 191953 h 489375"/>
              <a:gd name="connsiteX12" fmla="*/ 0 w 540001"/>
              <a:gd name="connsiteY12" fmla="*/ 244688 h 489375"/>
              <a:gd name="connsiteX13" fmla="*/ 52734 w 540001"/>
              <a:gd name="connsiteY13" fmla="*/ 297422 h 489375"/>
              <a:gd name="connsiteX14" fmla="*/ 60371 w 540001"/>
              <a:gd name="connsiteY14" fmla="*/ 296862 h 489375"/>
              <a:gd name="connsiteX15" fmla="*/ 120884 w 540001"/>
              <a:gd name="connsiteY15" fmla="*/ 401674 h 489375"/>
              <a:gd name="connsiteX16" fmla="*/ 107578 w 540001"/>
              <a:gd name="connsiteY16" fmla="*/ 436641 h 489375"/>
              <a:gd name="connsiteX17" fmla="*/ 160313 w 540001"/>
              <a:gd name="connsiteY17" fmla="*/ 489375 h 489375"/>
              <a:gd name="connsiteX18" fmla="*/ 210668 w 540001"/>
              <a:gd name="connsiteY18" fmla="*/ 452319 h 489375"/>
              <a:gd name="connsiteX19" fmla="*/ 330387 w 540001"/>
              <a:gd name="connsiteY19" fmla="*/ 452319 h 489375"/>
              <a:gd name="connsiteX20" fmla="*/ 380742 w 540001"/>
              <a:gd name="connsiteY20" fmla="*/ 489375 h 489375"/>
              <a:gd name="connsiteX21" fmla="*/ 433477 w 540001"/>
              <a:gd name="connsiteY21" fmla="*/ 436641 h 489375"/>
              <a:gd name="connsiteX22" fmla="*/ 419529 w 540001"/>
              <a:gd name="connsiteY22" fmla="*/ 400958 h 489375"/>
              <a:gd name="connsiteX23" fmla="*/ 479630 w 540001"/>
              <a:gd name="connsiteY23" fmla="*/ 296862 h 489375"/>
              <a:gd name="connsiteX24" fmla="*/ 487267 w 540001"/>
              <a:gd name="connsiteY24" fmla="*/ 297422 h 489375"/>
              <a:gd name="connsiteX25" fmla="*/ 540001 w 540001"/>
              <a:gd name="connsiteY25" fmla="*/ 244688 h 489375"/>
              <a:gd name="connsiteX26" fmla="*/ 487266 w 540001"/>
              <a:gd name="connsiteY26" fmla="*/ 191953 h 489375"/>
              <a:gd name="connsiteX27" fmla="*/ 487266 w 540001"/>
              <a:gd name="connsiteY27" fmla="*/ 265781 h 489375"/>
              <a:gd name="connsiteX28" fmla="*/ 466172 w 540001"/>
              <a:gd name="connsiteY28" fmla="*/ 244688 h 489375"/>
              <a:gd name="connsiteX29" fmla="*/ 487266 w 540001"/>
              <a:gd name="connsiteY29" fmla="*/ 223594 h 489375"/>
              <a:gd name="connsiteX30" fmla="*/ 508359 w 540001"/>
              <a:gd name="connsiteY30" fmla="*/ 244688 h 489375"/>
              <a:gd name="connsiteX31" fmla="*/ 487266 w 540001"/>
              <a:gd name="connsiteY31" fmla="*/ 265781 h 489375"/>
              <a:gd name="connsiteX32" fmla="*/ 401836 w 540001"/>
              <a:gd name="connsiteY32" fmla="*/ 436641 h 489375"/>
              <a:gd name="connsiteX33" fmla="*/ 380742 w 540001"/>
              <a:gd name="connsiteY33" fmla="*/ 457734 h 489375"/>
              <a:gd name="connsiteX34" fmla="*/ 359648 w 540001"/>
              <a:gd name="connsiteY34" fmla="*/ 436641 h 489375"/>
              <a:gd name="connsiteX35" fmla="*/ 380742 w 540001"/>
              <a:gd name="connsiteY35" fmla="*/ 415547 h 489375"/>
              <a:gd name="connsiteX36" fmla="*/ 401836 w 540001"/>
              <a:gd name="connsiteY36" fmla="*/ 436641 h 489375"/>
              <a:gd name="connsiteX37" fmla="*/ 181406 w 540001"/>
              <a:gd name="connsiteY37" fmla="*/ 436641 h 489375"/>
              <a:gd name="connsiteX38" fmla="*/ 160313 w 540001"/>
              <a:gd name="connsiteY38" fmla="*/ 457734 h 489375"/>
              <a:gd name="connsiteX39" fmla="*/ 139219 w 540001"/>
              <a:gd name="connsiteY39" fmla="*/ 436641 h 489375"/>
              <a:gd name="connsiteX40" fmla="*/ 160313 w 540001"/>
              <a:gd name="connsiteY40" fmla="*/ 415547 h 489375"/>
              <a:gd name="connsiteX41" fmla="*/ 181406 w 540001"/>
              <a:gd name="connsiteY41" fmla="*/ 436641 h 489375"/>
              <a:gd name="connsiteX42" fmla="*/ 31641 w 540001"/>
              <a:gd name="connsiteY42" fmla="*/ 244688 h 489375"/>
              <a:gd name="connsiteX43" fmla="*/ 52734 w 540001"/>
              <a:gd name="connsiteY43" fmla="*/ 223594 h 489375"/>
              <a:gd name="connsiteX44" fmla="*/ 73828 w 540001"/>
              <a:gd name="connsiteY44" fmla="*/ 244688 h 489375"/>
              <a:gd name="connsiteX45" fmla="*/ 52734 w 540001"/>
              <a:gd name="connsiteY45" fmla="*/ 265781 h 489375"/>
              <a:gd name="connsiteX46" fmla="*/ 31641 w 540001"/>
              <a:gd name="connsiteY46" fmla="*/ 244688 h 489375"/>
              <a:gd name="connsiteX47" fmla="*/ 139219 w 540001"/>
              <a:gd name="connsiteY47" fmla="*/ 52734 h 489375"/>
              <a:gd name="connsiteX48" fmla="*/ 160313 w 540001"/>
              <a:gd name="connsiteY48" fmla="*/ 31641 h 489375"/>
              <a:gd name="connsiteX49" fmla="*/ 181406 w 540001"/>
              <a:gd name="connsiteY49" fmla="*/ 52734 h 489375"/>
              <a:gd name="connsiteX50" fmla="*/ 160313 w 540001"/>
              <a:gd name="connsiteY50" fmla="*/ 73828 h 489375"/>
              <a:gd name="connsiteX51" fmla="*/ 139219 w 540001"/>
              <a:gd name="connsiteY51" fmla="*/ 52734 h 489375"/>
              <a:gd name="connsiteX52" fmla="*/ 359648 w 540001"/>
              <a:gd name="connsiteY52" fmla="*/ 52734 h 489375"/>
              <a:gd name="connsiteX53" fmla="*/ 380742 w 540001"/>
              <a:gd name="connsiteY53" fmla="*/ 31641 h 489375"/>
              <a:gd name="connsiteX54" fmla="*/ 401836 w 540001"/>
              <a:gd name="connsiteY54" fmla="*/ 52734 h 489375"/>
              <a:gd name="connsiteX55" fmla="*/ 380742 w 540001"/>
              <a:gd name="connsiteY55" fmla="*/ 73828 h 489375"/>
              <a:gd name="connsiteX56" fmla="*/ 359648 w 540001"/>
              <a:gd name="connsiteY56" fmla="*/ 52734 h 489375"/>
              <a:gd name="connsiteX57" fmla="*/ 317461 w 540001"/>
              <a:gd name="connsiteY57" fmla="*/ 244688 h 489375"/>
              <a:gd name="connsiteX58" fmla="*/ 270000 w 540001"/>
              <a:gd name="connsiteY58" fmla="*/ 292148 h 489375"/>
              <a:gd name="connsiteX59" fmla="*/ 222539 w 540001"/>
              <a:gd name="connsiteY59" fmla="*/ 244688 h 489375"/>
              <a:gd name="connsiteX60" fmla="*/ 270000 w 540001"/>
              <a:gd name="connsiteY60" fmla="*/ 197227 h 489375"/>
              <a:gd name="connsiteX61" fmla="*/ 317461 w 540001"/>
              <a:gd name="connsiteY61" fmla="*/ 244688 h 489375"/>
              <a:gd name="connsiteX62" fmla="*/ 341991 w 540001"/>
              <a:gd name="connsiteY62" fmla="*/ 88453 h 489375"/>
              <a:gd name="connsiteX63" fmla="*/ 295306 w 540001"/>
              <a:gd name="connsiteY63" fmla="*/ 169761 h 489375"/>
              <a:gd name="connsiteX64" fmla="*/ 270000 w 540001"/>
              <a:gd name="connsiteY64" fmla="*/ 165586 h 489375"/>
              <a:gd name="connsiteX65" fmla="*/ 245577 w 540001"/>
              <a:gd name="connsiteY65" fmla="*/ 169462 h 489375"/>
              <a:gd name="connsiteX66" fmla="*/ 199064 w 540001"/>
              <a:gd name="connsiteY66" fmla="*/ 88453 h 489375"/>
              <a:gd name="connsiteX67" fmla="*/ 210572 w 540001"/>
              <a:gd name="connsiteY67" fmla="*/ 68696 h 489375"/>
              <a:gd name="connsiteX68" fmla="*/ 330484 w 540001"/>
              <a:gd name="connsiteY68" fmla="*/ 68696 h 489375"/>
              <a:gd name="connsiteX69" fmla="*/ 341991 w 540001"/>
              <a:gd name="connsiteY69" fmla="*/ 88453 h 489375"/>
              <a:gd name="connsiteX70" fmla="*/ 199064 w 540001"/>
              <a:gd name="connsiteY70" fmla="*/ 400922 h 489375"/>
              <a:gd name="connsiteX71" fmla="*/ 245577 w 540001"/>
              <a:gd name="connsiteY71" fmla="*/ 319913 h 489375"/>
              <a:gd name="connsiteX72" fmla="*/ 270000 w 540001"/>
              <a:gd name="connsiteY72" fmla="*/ 323789 h 489375"/>
              <a:gd name="connsiteX73" fmla="*/ 295306 w 540001"/>
              <a:gd name="connsiteY73" fmla="*/ 319614 h 489375"/>
              <a:gd name="connsiteX74" fmla="*/ 341991 w 540001"/>
              <a:gd name="connsiteY74" fmla="*/ 400922 h 489375"/>
              <a:gd name="connsiteX75" fmla="*/ 330483 w 540001"/>
              <a:gd name="connsiteY75" fmla="*/ 420679 h 489375"/>
              <a:gd name="connsiteX76" fmla="*/ 210572 w 540001"/>
              <a:gd name="connsiteY76" fmla="*/ 420679 h 489375"/>
              <a:gd name="connsiteX77" fmla="*/ 199064 w 540001"/>
              <a:gd name="connsiteY77" fmla="*/ 400922 h 489375"/>
              <a:gd name="connsiteX78" fmla="*/ 436959 w 540001"/>
              <a:gd name="connsiteY78" fmla="*/ 228867 h 489375"/>
              <a:gd name="connsiteX79" fmla="*/ 347510 w 540001"/>
              <a:gd name="connsiteY79" fmla="*/ 228867 h 489375"/>
              <a:gd name="connsiteX80" fmla="*/ 322635 w 540001"/>
              <a:gd name="connsiteY80" fmla="*/ 185706 h 489375"/>
              <a:gd name="connsiteX81" fmla="*/ 369416 w 540001"/>
              <a:gd name="connsiteY81" fmla="*/ 104232 h 489375"/>
              <a:gd name="connsiteX82" fmla="*/ 380742 w 540001"/>
              <a:gd name="connsiteY82" fmla="*/ 105469 h 489375"/>
              <a:gd name="connsiteX83" fmla="*/ 392117 w 540001"/>
              <a:gd name="connsiteY83" fmla="*/ 104219 h 489375"/>
              <a:gd name="connsiteX84" fmla="*/ 451093 w 540001"/>
              <a:gd name="connsiteY84" fmla="*/ 206368 h 489375"/>
              <a:gd name="connsiteX85" fmla="*/ 436959 w 540001"/>
              <a:gd name="connsiteY85" fmla="*/ 228867 h 489375"/>
              <a:gd name="connsiteX86" fmla="*/ 148006 w 540001"/>
              <a:gd name="connsiteY86" fmla="*/ 104004 h 489375"/>
              <a:gd name="connsiteX87" fmla="*/ 160313 w 540001"/>
              <a:gd name="connsiteY87" fmla="*/ 105469 h 489375"/>
              <a:gd name="connsiteX88" fmla="*/ 171639 w 540001"/>
              <a:gd name="connsiteY88" fmla="*/ 104231 h 489375"/>
              <a:gd name="connsiteX89" fmla="*/ 218069 w 540001"/>
              <a:gd name="connsiteY89" fmla="*/ 185096 h 489375"/>
              <a:gd name="connsiteX90" fmla="*/ 192491 w 540001"/>
              <a:gd name="connsiteY90" fmla="*/ 228867 h 489375"/>
              <a:gd name="connsiteX91" fmla="*/ 103041 w 540001"/>
              <a:gd name="connsiteY91" fmla="*/ 228867 h 489375"/>
              <a:gd name="connsiteX92" fmla="*/ 88907 w 540001"/>
              <a:gd name="connsiteY92" fmla="*/ 206368 h 489375"/>
              <a:gd name="connsiteX93" fmla="*/ 103041 w 540001"/>
              <a:gd name="connsiteY93" fmla="*/ 260508 h 489375"/>
              <a:gd name="connsiteX94" fmla="*/ 192490 w 540001"/>
              <a:gd name="connsiteY94" fmla="*/ 260508 h 489375"/>
              <a:gd name="connsiteX95" fmla="*/ 218068 w 540001"/>
              <a:gd name="connsiteY95" fmla="*/ 304279 h 489375"/>
              <a:gd name="connsiteX96" fmla="*/ 171638 w 540001"/>
              <a:gd name="connsiteY96" fmla="*/ 385144 h 489375"/>
              <a:gd name="connsiteX97" fmla="*/ 160313 w 540001"/>
              <a:gd name="connsiteY97" fmla="*/ 383906 h 489375"/>
              <a:gd name="connsiteX98" fmla="*/ 148006 w 540001"/>
              <a:gd name="connsiteY98" fmla="*/ 385371 h 489375"/>
              <a:gd name="connsiteX99" fmla="*/ 88906 w 540001"/>
              <a:gd name="connsiteY99" fmla="*/ 283007 h 489375"/>
              <a:gd name="connsiteX100" fmla="*/ 103041 w 540001"/>
              <a:gd name="connsiteY100" fmla="*/ 260508 h 489375"/>
              <a:gd name="connsiteX101" fmla="*/ 392117 w 540001"/>
              <a:gd name="connsiteY101" fmla="*/ 385156 h 489375"/>
              <a:gd name="connsiteX102" fmla="*/ 380742 w 540001"/>
              <a:gd name="connsiteY102" fmla="*/ 383906 h 489375"/>
              <a:gd name="connsiteX103" fmla="*/ 369416 w 540001"/>
              <a:gd name="connsiteY103" fmla="*/ 385144 h 489375"/>
              <a:gd name="connsiteX104" fmla="*/ 322635 w 540001"/>
              <a:gd name="connsiteY104" fmla="*/ 303670 h 489375"/>
              <a:gd name="connsiteX105" fmla="*/ 347510 w 540001"/>
              <a:gd name="connsiteY105" fmla="*/ 260509 h 489375"/>
              <a:gd name="connsiteX106" fmla="*/ 436959 w 540001"/>
              <a:gd name="connsiteY106" fmla="*/ 260509 h 489375"/>
              <a:gd name="connsiteX107" fmla="*/ 451093 w 540001"/>
              <a:gd name="connsiteY107" fmla="*/ 283009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0001" h="489375">
                <a:moveTo>
                  <a:pt x="487266" y="191953"/>
                </a:moveTo>
                <a:cubicBezTo>
                  <a:pt x="484672" y="191953"/>
                  <a:pt x="482124" y="192149"/>
                  <a:pt x="479629" y="192513"/>
                </a:cubicBezTo>
                <a:lnTo>
                  <a:pt x="419528" y="88417"/>
                </a:lnTo>
                <a:cubicBezTo>
                  <a:pt x="428181" y="79019"/>
                  <a:pt x="433477" y="66485"/>
                  <a:pt x="433477" y="52734"/>
                </a:cubicBezTo>
                <a:cubicBezTo>
                  <a:pt x="433477" y="23657"/>
                  <a:pt x="409820" y="0"/>
                  <a:pt x="380742" y="0"/>
                </a:cubicBezTo>
                <a:cubicBezTo>
                  <a:pt x="357121" y="0"/>
                  <a:pt x="337078" y="15610"/>
                  <a:pt x="330387" y="37056"/>
                </a:cubicBezTo>
                <a:lnTo>
                  <a:pt x="210668" y="37056"/>
                </a:lnTo>
                <a:cubicBezTo>
                  <a:pt x="203977" y="15610"/>
                  <a:pt x="183933" y="0"/>
                  <a:pt x="160313" y="0"/>
                </a:cubicBezTo>
                <a:cubicBezTo>
                  <a:pt x="131235" y="0"/>
                  <a:pt x="107578" y="23657"/>
                  <a:pt x="107578" y="52734"/>
                </a:cubicBezTo>
                <a:cubicBezTo>
                  <a:pt x="107578" y="66141"/>
                  <a:pt x="112614" y="78386"/>
                  <a:pt x="120884" y="87700"/>
                </a:cubicBezTo>
                <a:lnTo>
                  <a:pt x="60371" y="192512"/>
                </a:lnTo>
                <a:cubicBezTo>
                  <a:pt x="57876" y="192149"/>
                  <a:pt x="55328" y="191953"/>
                  <a:pt x="52734" y="191953"/>
                </a:cubicBezTo>
                <a:cubicBezTo>
                  <a:pt x="23657" y="191953"/>
                  <a:pt x="0" y="215610"/>
                  <a:pt x="0" y="244688"/>
                </a:cubicBezTo>
                <a:cubicBezTo>
                  <a:pt x="0" y="273765"/>
                  <a:pt x="23657" y="297422"/>
                  <a:pt x="52734" y="297422"/>
                </a:cubicBezTo>
                <a:cubicBezTo>
                  <a:pt x="55328" y="297422"/>
                  <a:pt x="57876" y="297226"/>
                  <a:pt x="60371" y="296862"/>
                </a:cubicBezTo>
                <a:lnTo>
                  <a:pt x="120884" y="401674"/>
                </a:lnTo>
                <a:cubicBezTo>
                  <a:pt x="112614" y="410989"/>
                  <a:pt x="107578" y="423235"/>
                  <a:pt x="107578" y="436641"/>
                </a:cubicBezTo>
                <a:cubicBezTo>
                  <a:pt x="107578" y="465718"/>
                  <a:pt x="131235" y="489375"/>
                  <a:pt x="160313" y="489375"/>
                </a:cubicBezTo>
                <a:cubicBezTo>
                  <a:pt x="183933" y="489375"/>
                  <a:pt x="203977" y="473765"/>
                  <a:pt x="210668" y="452319"/>
                </a:cubicBezTo>
                <a:lnTo>
                  <a:pt x="330387" y="452319"/>
                </a:lnTo>
                <a:cubicBezTo>
                  <a:pt x="337078" y="473765"/>
                  <a:pt x="357121" y="489375"/>
                  <a:pt x="380742" y="489375"/>
                </a:cubicBezTo>
                <a:cubicBezTo>
                  <a:pt x="409820" y="489375"/>
                  <a:pt x="433477" y="465718"/>
                  <a:pt x="433477" y="436641"/>
                </a:cubicBezTo>
                <a:cubicBezTo>
                  <a:pt x="433477" y="422890"/>
                  <a:pt x="428181" y="410356"/>
                  <a:pt x="419529" y="400958"/>
                </a:cubicBezTo>
                <a:lnTo>
                  <a:pt x="479630" y="296862"/>
                </a:lnTo>
                <a:cubicBezTo>
                  <a:pt x="482124" y="297226"/>
                  <a:pt x="484672" y="297422"/>
                  <a:pt x="487267" y="297422"/>
                </a:cubicBezTo>
                <a:cubicBezTo>
                  <a:pt x="516344" y="297422"/>
                  <a:pt x="540001" y="273765"/>
                  <a:pt x="540001" y="244688"/>
                </a:cubicBezTo>
                <a:cubicBezTo>
                  <a:pt x="540001" y="215610"/>
                  <a:pt x="516343" y="191953"/>
                  <a:pt x="487266" y="191953"/>
                </a:cubicBezTo>
                <a:close/>
                <a:moveTo>
                  <a:pt x="487266" y="265781"/>
                </a:moveTo>
                <a:cubicBezTo>
                  <a:pt x="475635" y="265781"/>
                  <a:pt x="466172" y="256319"/>
                  <a:pt x="466172" y="244688"/>
                </a:cubicBezTo>
                <a:cubicBezTo>
                  <a:pt x="466172" y="233056"/>
                  <a:pt x="475635" y="223594"/>
                  <a:pt x="487266" y="223594"/>
                </a:cubicBezTo>
                <a:cubicBezTo>
                  <a:pt x="498897" y="223594"/>
                  <a:pt x="508359" y="233056"/>
                  <a:pt x="508359" y="244688"/>
                </a:cubicBezTo>
                <a:cubicBezTo>
                  <a:pt x="508359" y="256319"/>
                  <a:pt x="498897" y="265781"/>
                  <a:pt x="487266" y="265781"/>
                </a:cubicBezTo>
                <a:close/>
                <a:moveTo>
                  <a:pt x="401836" y="436641"/>
                </a:moveTo>
                <a:cubicBezTo>
                  <a:pt x="401836" y="448272"/>
                  <a:pt x="392373" y="457734"/>
                  <a:pt x="380742" y="457734"/>
                </a:cubicBezTo>
                <a:cubicBezTo>
                  <a:pt x="369111" y="457734"/>
                  <a:pt x="359648" y="448272"/>
                  <a:pt x="359648" y="436641"/>
                </a:cubicBezTo>
                <a:cubicBezTo>
                  <a:pt x="359648" y="425010"/>
                  <a:pt x="369111" y="415547"/>
                  <a:pt x="380742" y="415547"/>
                </a:cubicBezTo>
                <a:cubicBezTo>
                  <a:pt x="392373" y="415547"/>
                  <a:pt x="401836" y="425010"/>
                  <a:pt x="401836" y="436641"/>
                </a:cubicBezTo>
                <a:close/>
                <a:moveTo>
                  <a:pt x="181406" y="436641"/>
                </a:moveTo>
                <a:cubicBezTo>
                  <a:pt x="181406" y="448272"/>
                  <a:pt x="171944" y="457734"/>
                  <a:pt x="160313" y="457734"/>
                </a:cubicBezTo>
                <a:cubicBezTo>
                  <a:pt x="148681" y="457734"/>
                  <a:pt x="139219" y="448272"/>
                  <a:pt x="139219" y="436641"/>
                </a:cubicBezTo>
                <a:cubicBezTo>
                  <a:pt x="139219" y="425010"/>
                  <a:pt x="148681" y="415547"/>
                  <a:pt x="160313" y="415547"/>
                </a:cubicBezTo>
                <a:cubicBezTo>
                  <a:pt x="171944" y="415547"/>
                  <a:pt x="181406" y="425010"/>
                  <a:pt x="181406" y="436641"/>
                </a:cubicBezTo>
                <a:close/>
                <a:moveTo>
                  <a:pt x="31641" y="244688"/>
                </a:moveTo>
                <a:cubicBezTo>
                  <a:pt x="31641" y="233056"/>
                  <a:pt x="41103" y="223594"/>
                  <a:pt x="52734" y="223594"/>
                </a:cubicBezTo>
                <a:cubicBezTo>
                  <a:pt x="64365" y="223594"/>
                  <a:pt x="73828" y="233056"/>
                  <a:pt x="73828" y="244688"/>
                </a:cubicBezTo>
                <a:cubicBezTo>
                  <a:pt x="73828" y="256319"/>
                  <a:pt x="64365" y="265781"/>
                  <a:pt x="52734" y="265781"/>
                </a:cubicBezTo>
                <a:cubicBezTo>
                  <a:pt x="41103" y="265781"/>
                  <a:pt x="31641" y="256319"/>
                  <a:pt x="31641" y="244688"/>
                </a:cubicBezTo>
                <a:close/>
                <a:moveTo>
                  <a:pt x="139219" y="52734"/>
                </a:moveTo>
                <a:cubicBezTo>
                  <a:pt x="139219" y="41103"/>
                  <a:pt x="148681" y="31641"/>
                  <a:pt x="160313" y="31641"/>
                </a:cubicBezTo>
                <a:cubicBezTo>
                  <a:pt x="171944" y="31641"/>
                  <a:pt x="181406" y="41103"/>
                  <a:pt x="181406" y="52734"/>
                </a:cubicBezTo>
                <a:cubicBezTo>
                  <a:pt x="181406" y="64365"/>
                  <a:pt x="171944" y="73828"/>
                  <a:pt x="160313" y="73828"/>
                </a:cubicBezTo>
                <a:cubicBezTo>
                  <a:pt x="148681" y="73828"/>
                  <a:pt x="139219" y="64365"/>
                  <a:pt x="139219" y="52734"/>
                </a:cubicBezTo>
                <a:close/>
                <a:moveTo>
                  <a:pt x="359648" y="52734"/>
                </a:moveTo>
                <a:cubicBezTo>
                  <a:pt x="359648" y="41103"/>
                  <a:pt x="369111" y="31641"/>
                  <a:pt x="380742" y="31641"/>
                </a:cubicBezTo>
                <a:cubicBezTo>
                  <a:pt x="392373" y="31641"/>
                  <a:pt x="401836" y="41103"/>
                  <a:pt x="401836" y="52734"/>
                </a:cubicBezTo>
                <a:cubicBezTo>
                  <a:pt x="401836" y="64365"/>
                  <a:pt x="392373" y="73828"/>
                  <a:pt x="380742" y="73828"/>
                </a:cubicBezTo>
                <a:cubicBezTo>
                  <a:pt x="369111" y="73828"/>
                  <a:pt x="359648" y="64365"/>
                  <a:pt x="359648" y="52734"/>
                </a:cubicBezTo>
                <a:close/>
                <a:moveTo>
                  <a:pt x="317461" y="244688"/>
                </a:moveTo>
                <a:cubicBezTo>
                  <a:pt x="317461" y="270857"/>
                  <a:pt x="296170" y="292148"/>
                  <a:pt x="270000" y="292148"/>
                </a:cubicBezTo>
                <a:cubicBezTo>
                  <a:pt x="243830" y="292148"/>
                  <a:pt x="222539" y="270857"/>
                  <a:pt x="222539" y="244688"/>
                </a:cubicBezTo>
                <a:cubicBezTo>
                  <a:pt x="222539" y="218518"/>
                  <a:pt x="243830" y="197227"/>
                  <a:pt x="270000" y="197227"/>
                </a:cubicBezTo>
                <a:cubicBezTo>
                  <a:pt x="296170" y="197227"/>
                  <a:pt x="317461" y="218518"/>
                  <a:pt x="317461" y="244688"/>
                </a:cubicBezTo>
                <a:close/>
                <a:moveTo>
                  <a:pt x="341991" y="88453"/>
                </a:moveTo>
                <a:lnTo>
                  <a:pt x="295306" y="169761"/>
                </a:lnTo>
                <a:cubicBezTo>
                  <a:pt x="287355" y="167069"/>
                  <a:pt x="278850" y="165586"/>
                  <a:pt x="270000" y="165586"/>
                </a:cubicBezTo>
                <a:cubicBezTo>
                  <a:pt x="261478" y="165586"/>
                  <a:pt x="253274" y="166957"/>
                  <a:pt x="245577" y="169462"/>
                </a:cubicBezTo>
                <a:lnTo>
                  <a:pt x="199064" y="88453"/>
                </a:lnTo>
                <a:cubicBezTo>
                  <a:pt x="204233" y="82850"/>
                  <a:pt x="208205" y="76129"/>
                  <a:pt x="210572" y="68696"/>
                </a:cubicBezTo>
                <a:lnTo>
                  <a:pt x="330484" y="68696"/>
                </a:lnTo>
                <a:cubicBezTo>
                  <a:pt x="332850" y="76129"/>
                  <a:pt x="336822" y="82850"/>
                  <a:pt x="341991" y="88453"/>
                </a:cubicBezTo>
                <a:close/>
                <a:moveTo>
                  <a:pt x="199064" y="400922"/>
                </a:moveTo>
                <a:lnTo>
                  <a:pt x="245577" y="319913"/>
                </a:lnTo>
                <a:cubicBezTo>
                  <a:pt x="253274" y="322418"/>
                  <a:pt x="261478" y="323789"/>
                  <a:pt x="270000" y="323789"/>
                </a:cubicBezTo>
                <a:cubicBezTo>
                  <a:pt x="278850" y="323789"/>
                  <a:pt x="287355" y="322306"/>
                  <a:pt x="295306" y="319614"/>
                </a:cubicBezTo>
                <a:lnTo>
                  <a:pt x="341991" y="400922"/>
                </a:lnTo>
                <a:cubicBezTo>
                  <a:pt x="336822" y="406525"/>
                  <a:pt x="332850" y="413246"/>
                  <a:pt x="330483" y="420679"/>
                </a:cubicBezTo>
                <a:lnTo>
                  <a:pt x="210572" y="420679"/>
                </a:lnTo>
                <a:cubicBezTo>
                  <a:pt x="208205" y="413246"/>
                  <a:pt x="204233" y="406525"/>
                  <a:pt x="199064" y="400922"/>
                </a:cubicBezTo>
                <a:close/>
                <a:moveTo>
                  <a:pt x="436959" y="228867"/>
                </a:moveTo>
                <a:lnTo>
                  <a:pt x="347510" y="228867"/>
                </a:lnTo>
                <a:cubicBezTo>
                  <a:pt x="344046" y="211872"/>
                  <a:pt x="335109" y="196850"/>
                  <a:pt x="322635" y="185706"/>
                </a:cubicBezTo>
                <a:lnTo>
                  <a:pt x="369416" y="104232"/>
                </a:lnTo>
                <a:cubicBezTo>
                  <a:pt x="373067" y="105033"/>
                  <a:pt x="376854" y="105469"/>
                  <a:pt x="380742" y="105469"/>
                </a:cubicBezTo>
                <a:cubicBezTo>
                  <a:pt x="384648" y="105469"/>
                  <a:pt x="388451" y="105029"/>
                  <a:pt x="392117" y="104219"/>
                </a:cubicBezTo>
                <a:lnTo>
                  <a:pt x="451093" y="206368"/>
                </a:lnTo>
                <a:cubicBezTo>
                  <a:pt x="444628" y="212475"/>
                  <a:pt x="439695" y="220185"/>
                  <a:pt x="436959" y="228867"/>
                </a:cubicBezTo>
                <a:close/>
                <a:moveTo>
                  <a:pt x="148006" y="104004"/>
                </a:moveTo>
                <a:cubicBezTo>
                  <a:pt x="151957" y="104952"/>
                  <a:pt x="156075" y="105469"/>
                  <a:pt x="160313" y="105469"/>
                </a:cubicBezTo>
                <a:cubicBezTo>
                  <a:pt x="164201" y="105469"/>
                  <a:pt x="167987" y="105033"/>
                  <a:pt x="171639" y="104231"/>
                </a:cubicBezTo>
                <a:lnTo>
                  <a:pt x="218069" y="185096"/>
                </a:lnTo>
                <a:cubicBezTo>
                  <a:pt x="205231" y="196298"/>
                  <a:pt x="196019" y="211556"/>
                  <a:pt x="192491" y="228867"/>
                </a:cubicBezTo>
                <a:lnTo>
                  <a:pt x="103041" y="228867"/>
                </a:lnTo>
                <a:cubicBezTo>
                  <a:pt x="100305" y="220185"/>
                  <a:pt x="95372" y="212475"/>
                  <a:pt x="88907" y="206368"/>
                </a:cubicBezTo>
                <a:close/>
                <a:moveTo>
                  <a:pt x="103041" y="260508"/>
                </a:moveTo>
                <a:lnTo>
                  <a:pt x="192490" y="260508"/>
                </a:lnTo>
                <a:cubicBezTo>
                  <a:pt x="196018" y="277819"/>
                  <a:pt x="205230" y="293077"/>
                  <a:pt x="218068" y="304279"/>
                </a:cubicBezTo>
                <a:lnTo>
                  <a:pt x="171638" y="385144"/>
                </a:lnTo>
                <a:cubicBezTo>
                  <a:pt x="167987" y="384342"/>
                  <a:pt x="164201" y="383906"/>
                  <a:pt x="160313" y="383906"/>
                </a:cubicBezTo>
                <a:cubicBezTo>
                  <a:pt x="156075" y="383906"/>
                  <a:pt x="151957" y="384423"/>
                  <a:pt x="148006" y="385371"/>
                </a:cubicBezTo>
                <a:lnTo>
                  <a:pt x="88906" y="283007"/>
                </a:lnTo>
                <a:cubicBezTo>
                  <a:pt x="95372" y="276900"/>
                  <a:pt x="100305" y="269190"/>
                  <a:pt x="103041" y="260508"/>
                </a:cubicBezTo>
                <a:close/>
                <a:moveTo>
                  <a:pt x="392117" y="385156"/>
                </a:moveTo>
                <a:cubicBezTo>
                  <a:pt x="388451" y="384346"/>
                  <a:pt x="384648" y="383906"/>
                  <a:pt x="380742" y="383906"/>
                </a:cubicBezTo>
                <a:cubicBezTo>
                  <a:pt x="376854" y="383906"/>
                  <a:pt x="373067" y="384342"/>
                  <a:pt x="369416" y="385144"/>
                </a:cubicBezTo>
                <a:lnTo>
                  <a:pt x="322635" y="303670"/>
                </a:lnTo>
                <a:cubicBezTo>
                  <a:pt x="335109" y="292526"/>
                  <a:pt x="344046" y="277504"/>
                  <a:pt x="347510" y="260509"/>
                </a:cubicBezTo>
                <a:lnTo>
                  <a:pt x="436959" y="260509"/>
                </a:lnTo>
                <a:cubicBezTo>
                  <a:pt x="439695" y="269191"/>
                  <a:pt x="444628" y="276901"/>
                  <a:pt x="451093" y="283009"/>
                </a:cubicBezTo>
                <a:close/>
              </a:path>
            </a:pathLst>
          </a:custGeom>
          <a:solidFill>
            <a:schemeClr val="bg1"/>
          </a:solidFill>
          <a:ln w="104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5B13F8EA-1CC3-439A-8796-9B4DF6CDD187}"/>
              </a:ext>
            </a:extLst>
          </p:cNvPr>
          <p:cNvGrpSpPr/>
          <p:nvPr userDrawn="1"/>
        </p:nvGrpSpPr>
        <p:grpSpPr>
          <a:xfrm>
            <a:off x="-45610" y="5201645"/>
            <a:ext cx="12352174" cy="1702818"/>
            <a:chOff x="-73070" y="5155182"/>
            <a:chExt cx="12352174" cy="1702818"/>
          </a:xfrm>
        </p:grpSpPr>
        <p:sp>
          <p:nvSpPr>
            <p:cNvPr id="57" name="Прямоугольный треугольник 56">
              <a:extLst>
                <a:ext uri="{FF2B5EF4-FFF2-40B4-BE49-F238E27FC236}">
                  <a16:creationId xmlns:a16="http://schemas.microsoft.com/office/drawing/2014/main" id="{E5142D23-FEF2-4492-9733-D5843D75A25C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58" name="Полилиния: фигура 55">
              <a:extLst>
                <a:ext uri="{FF2B5EF4-FFF2-40B4-BE49-F238E27FC236}">
                  <a16:creationId xmlns:a16="http://schemas.microsoft.com/office/drawing/2014/main" id="{95C6B4C1-0CB2-4330-AA80-B13174D28C29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61" name="Рисунок 585">
            <a:extLst>
              <a:ext uri="{FF2B5EF4-FFF2-40B4-BE49-F238E27FC236}">
                <a16:creationId xmlns:a16="http://schemas.microsoft.com/office/drawing/2014/main" id="{583454D7-436F-F9A9-C43A-0F8314D7A584}"/>
              </a:ext>
            </a:extLst>
          </p:cNvPr>
          <p:cNvSpPr/>
          <p:nvPr/>
        </p:nvSpPr>
        <p:spPr>
          <a:xfrm>
            <a:off x="3065584" y="3472698"/>
            <a:ext cx="354544" cy="282185"/>
          </a:xfrm>
          <a:custGeom>
            <a:avLst/>
            <a:gdLst>
              <a:gd name="connsiteX0" fmla="*/ 487266 w 540001"/>
              <a:gd name="connsiteY0" fmla="*/ 191953 h 489375"/>
              <a:gd name="connsiteX1" fmla="*/ 479629 w 540001"/>
              <a:gd name="connsiteY1" fmla="*/ 192513 h 489375"/>
              <a:gd name="connsiteX2" fmla="*/ 419528 w 540001"/>
              <a:gd name="connsiteY2" fmla="*/ 88417 h 489375"/>
              <a:gd name="connsiteX3" fmla="*/ 433477 w 540001"/>
              <a:gd name="connsiteY3" fmla="*/ 52734 h 489375"/>
              <a:gd name="connsiteX4" fmla="*/ 380742 w 540001"/>
              <a:gd name="connsiteY4" fmla="*/ 0 h 489375"/>
              <a:gd name="connsiteX5" fmla="*/ 330387 w 540001"/>
              <a:gd name="connsiteY5" fmla="*/ 37056 h 489375"/>
              <a:gd name="connsiteX6" fmla="*/ 210668 w 540001"/>
              <a:gd name="connsiteY6" fmla="*/ 37056 h 489375"/>
              <a:gd name="connsiteX7" fmla="*/ 160313 w 540001"/>
              <a:gd name="connsiteY7" fmla="*/ 0 h 489375"/>
              <a:gd name="connsiteX8" fmla="*/ 107578 w 540001"/>
              <a:gd name="connsiteY8" fmla="*/ 52734 h 489375"/>
              <a:gd name="connsiteX9" fmla="*/ 120884 w 540001"/>
              <a:gd name="connsiteY9" fmla="*/ 87700 h 489375"/>
              <a:gd name="connsiteX10" fmla="*/ 60371 w 540001"/>
              <a:gd name="connsiteY10" fmla="*/ 192512 h 489375"/>
              <a:gd name="connsiteX11" fmla="*/ 52734 w 540001"/>
              <a:gd name="connsiteY11" fmla="*/ 191953 h 489375"/>
              <a:gd name="connsiteX12" fmla="*/ 0 w 540001"/>
              <a:gd name="connsiteY12" fmla="*/ 244688 h 489375"/>
              <a:gd name="connsiteX13" fmla="*/ 52734 w 540001"/>
              <a:gd name="connsiteY13" fmla="*/ 297422 h 489375"/>
              <a:gd name="connsiteX14" fmla="*/ 60371 w 540001"/>
              <a:gd name="connsiteY14" fmla="*/ 296862 h 489375"/>
              <a:gd name="connsiteX15" fmla="*/ 120884 w 540001"/>
              <a:gd name="connsiteY15" fmla="*/ 401674 h 489375"/>
              <a:gd name="connsiteX16" fmla="*/ 107578 w 540001"/>
              <a:gd name="connsiteY16" fmla="*/ 436641 h 489375"/>
              <a:gd name="connsiteX17" fmla="*/ 160313 w 540001"/>
              <a:gd name="connsiteY17" fmla="*/ 489375 h 489375"/>
              <a:gd name="connsiteX18" fmla="*/ 210668 w 540001"/>
              <a:gd name="connsiteY18" fmla="*/ 452319 h 489375"/>
              <a:gd name="connsiteX19" fmla="*/ 330387 w 540001"/>
              <a:gd name="connsiteY19" fmla="*/ 452319 h 489375"/>
              <a:gd name="connsiteX20" fmla="*/ 380742 w 540001"/>
              <a:gd name="connsiteY20" fmla="*/ 489375 h 489375"/>
              <a:gd name="connsiteX21" fmla="*/ 433477 w 540001"/>
              <a:gd name="connsiteY21" fmla="*/ 436641 h 489375"/>
              <a:gd name="connsiteX22" fmla="*/ 419529 w 540001"/>
              <a:gd name="connsiteY22" fmla="*/ 400958 h 489375"/>
              <a:gd name="connsiteX23" fmla="*/ 479630 w 540001"/>
              <a:gd name="connsiteY23" fmla="*/ 296862 h 489375"/>
              <a:gd name="connsiteX24" fmla="*/ 487267 w 540001"/>
              <a:gd name="connsiteY24" fmla="*/ 297422 h 489375"/>
              <a:gd name="connsiteX25" fmla="*/ 540001 w 540001"/>
              <a:gd name="connsiteY25" fmla="*/ 244688 h 489375"/>
              <a:gd name="connsiteX26" fmla="*/ 487266 w 540001"/>
              <a:gd name="connsiteY26" fmla="*/ 191953 h 489375"/>
              <a:gd name="connsiteX27" fmla="*/ 487266 w 540001"/>
              <a:gd name="connsiteY27" fmla="*/ 265781 h 489375"/>
              <a:gd name="connsiteX28" fmla="*/ 466172 w 540001"/>
              <a:gd name="connsiteY28" fmla="*/ 244688 h 489375"/>
              <a:gd name="connsiteX29" fmla="*/ 487266 w 540001"/>
              <a:gd name="connsiteY29" fmla="*/ 223594 h 489375"/>
              <a:gd name="connsiteX30" fmla="*/ 508359 w 540001"/>
              <a:gd name="connsiteY30" fmla="*/ 244688 h 489375"/>
              <a:gd name="connsiteX31" fmla="*/ 487266 w 540001"/>
              <a:gd name="connsiteY31" fmla="*/ 265781 h 489375"/>
              <a:gd name="connsiteX32" fmla="*/ 401836 w 540001"/>
              <a:gd name="connsiteY32" fmla="*/ 436641 h 489375"/>
              <a:gd name="connsiteX33" fmla="*/ 380742 w 540001"/>
              <a:gd name="connsiteY33" fmla="*/ 457734 h 489375"/>
              <a:gd name="connsiteX34" fmla="*/ 359648 w 540001"/>
              <a:gd name="connsiteY34" fmla="*/ 436641 h 489375"/>
              <a:gd name="connsiteX35" fmla="*/ 380742 w 540001"/>
              <a:gd name="connsiteY35" fmla="*/ 415547 h 489375"/>
              <a:gd name="connsiteX36" fmla="*/ 401836 w 540001"/>
              <a:gd name="connsiteY36" fmla="*/ 436641 h 489375"/>
              <a:gd name="connsiteX37" fmla="*/ 181406 w 540001"/>
              <a:gd name="connsiteY37" fmla="*/ 436641 h 489375"/>
              <a:gd name="connsiteX38" fmla="*/ 160313 w 540001"/>
              <a:gd name="connsiteY38" fmla="*/ 457734 h 489375"/>
              <a:gd name="connsiteX39" fmla="*/ 139219 w 540001"/>
              <a:gd name="connsiteY39" fmla="*/ 436641 h 489375"/>
              <a:gd name="connsiteX40" fmla="*/ 160313 w 540001"/>
              <a:gd name="connsiteY40" fmla="*/ 415547 h 489375"/>
              <a:gd name="connsiteX41" fmla="*/ 181406 w 540001"/>
              <a:gd name="connsiteY41" fmla="*/ 436641 h 489375"/>
              <a:gd name="connsiteX42" fmla="*/ 31641 w 540001"/>
              <a:gd name="connsiteY42" fmla="*/ 244688 h 489375"/>
              <a:gd name="connsiteX43" fmla="*/ 52734 w 540001"/>
              <a:gd name="connsiteY43" fmla="*/ 223594 h 489375"/>
              <a:gd name="connsiteX44" fmla="*/ 73828 w 540001"/>
              <a:gd name="connsiteY44" fmla="*/ 244688 h 489375"/>
              <a:gd name="connsiteX45" fmla="*/ 52734 w 540001"/>
              <a:gd name="connsiteY45" fmla="*/ 265781 h 489375"/>
              <a:gd name="connsiteX46" fmla="*/ 31641 w 540001"/>
              <a:gd name="connsiteY46" fmla="*/ 244688 h 489375"/>
              <a:gd name="connsiteX47" fmla="*/ 139219 w 540001"/>
              <a:gd name="connsiteY47" fmla="*/ 52734 h 489375"/>
              <a:gd name="connsiteX48" fmla="*/ 160313 w 540001"/>
              <a:gd name="connsiteY48" fmla="*/ 31641 h 489375"/>
              <a:gd name="connsiteX49" fmla="*/ 181406 w 540001"/>
              <a:gd name="connsiteY49" fmla="*/ 52734 h 489375"/>
              <a:gd name="connsiteX50" fmla="*/ 160313 w 540001"/>
              <a:gd name="connsiteY50" fmla="*/ 73828 h 489375"/>
              <a:gd name="connsiteX51" fmla="*/ 139219 w 540001"/>
              <a:gd name="connsiteY51" fmla="*/ 52734 h 489375"/>
              <a:gd name="connsiteX52" fmla="*/ 359648 w 540001"/>
              <a:gd name="connsiteY52" fmla="*/ 52734 h 489375"/>
              <a:gd name="connsiteX53" fmla="*/ 380742 w 540001"/>
              <a:gd name="connsiteY53" fmla="*/ 31641 h 489375"/>
              <a:gd name="connsiteX54" fmla="*/ 401836 w 540001"/>
              <a:gd name="connsiteY54" fmla="*/ 52734 h 489375"/>
              <a:gd name="connsiteX55" fmla="*/ 380742 w 540001"/>
              <a:gd name="connsiteY55" fmla="*/ 73828 h 489375"/>
              <a:gd name="connsiteX56" fmla="*/ 359648 w 540001"/>
              <a:gd name="connsiteY56" fmla="*/ 52734 h 489375"/>
              <a:gd name="connsiteX57" fmla="*/ 317461 w 540001"/>
              <a:gd name="connsiteY57" fmla="*/ 244688 h 489375"/>
              <a:gd name="connsiteX58" fmla="*/ 270000 w 540001"/>
              <a:gd name="connsiteY58" fmla="*/ 292148 h 489375"/>
              <a:gd name="connsiteX59" fmla="*/ 222539 w 540001"/>
              <a:gd name="connsiteY59" fmla="*/ 244688 h 489375"/>
              <a:gd name="connsiteX60" fmla="*/ 270000 w 540001"/>
              <a:gd name="connsiteY60" fmla="*/ 197227 h 489375"/>
              <a:gd name="connsiteX61" fmla="*/ 317461 w 540001"/>
              <a:gd name="connsiteY61" fmla="*/ 244688 h 489375"/>
              <a:gd name="connsiteX62" fmla="*/ 341991 w 540001"/>
              <a:gd name="connsiteY62" fmla="*/ 88453 h 489375"/>
              <a:gd name="connsiteX63" fmla="*/ 295306 w 540001"/>
              <a:gd name="connsiteY63" fmla="*/ 169761 h 489375"/>
              <a:gd name="connsiteX64" fmla="*/ 270000 w 540001"/>
              <a:gd name="connsiteY64" fmla="*/ 165586 h 489375"/>
              <a:gd name="connsiteX65" fmla="*/ 245577 w 540001"/>
              <a:gd name="connsiteY65" fmla="*/ 169462 h 489375"/>
              <a:gd name="connsiteX66" fmla="*/ 199064 w 540001"/>
              <a:gd name="connsiteY66" fmla="*/ 88453 h 489375"/>
              <a:gd name="connsiteX67" fmla="*/ 210572 w 540001"/>
              <a:gd name="connsiteY67" fmla="*/ 68696 h 489375"/>
              <a:gd name="connsiteX68" fmla="*/ 330484 w 540001"/>
              <a:gd name="connsiteY68" fmla="*/ 68696 h 489375"/>
              <a:gd name="connsiteX69" fmla="*/ 341991 w 540001"/>
              <a:gd name="connsiteY69" fmla="*/ 88453 h 489375"/>
              <a:gd name="connsiteX70" fmla="*/ 199064 w 540001"/>
              <a:gd name="connsiteY70" fmla="*/ 400922 h 489375"/>
              <a:gd name="connsiteX71" fmla="*/ 245577 w 540001"/>
              <a:gd name="connsiteY71" fmla="*/ 319913 h 489375"/>
              <a:gd name="connsiteX72" fmla="*/ 270000 w 540001"/>
              <a:gd name="connsiteY72" fmla="*/ 323789 h 489375"/>
              <a:gd name="connsiteX73" fmla="*/ 295306 w 540001"/>
              <a:gd name="connsiteY73" fmla="*/ 319614 h 489375"/>
              <a:gd name="connsiteX74" fmla="*/ 341991 w 540001"/>
              <a:gd name="connsiteY74" fmla="*/ 400922 h 489375"/>
              <a:gd name="connsiteX75" fmla="*/ 330483 w 540001"/>
              <a:gd name="connsiteY75" fmla="*/ 420679 h 489375"/>
              <a:gd name="connsiteX76" fmla="*/ 210572 w 540001"/>
              <a:gd name="connsiteY76" fmla="*/ 420679 h 489375"/>
              <a:gd name="connsiteX77" fmla="*/ 199064 w 540001"/>
              <a:gd name="connsiteY77" fmla="*/ 400922 h 489375"/>
              <a:gd name="connsiteX78" fmla="*/ 436959 w 540001"/>
              <a:gd name="connsiteY78" fmla="*/ 228867 h 489375"/>
              <a:gd name="connsiteX79" fmla="*/ 347510 w 540001"/>
              <a:gd name="connsiteY79" fmla="*/ 228867 h 489375"/>
              <a:gd name="connsiteX80" fmla="*/ 322635 w 540001"/>
              <a:gd name="connsiteY80" fmla="*/ 185706 h 489375"/>
              <a:gd name="connsiteX81" fmla="*/ 369416 w 540001"/>
              <a:gd name="connsiteY81" fmla="*/ 104232 h 489375"/>
              <a:gd name="connsiteX82" fmla="*/ 380742 w 540001"/>
              <a:gd name="connsiteY82" fmla="*/ 105469 h 489375"/>
              <a:gd name="connsiteX83" fmla="*/ 392117 w 540001"/>
              <a:gd name="connsiteY83" fmla="*/ 104219 h 489375"/>
              <a:gd name="connsiteX84" fmla="*/ 451093 w 540001"/>
              <a:gd name="connsiteY84" fmla="*/ 206368 h 489375"/>
              <a:gd name="connsiteX85" fmla="*/ 436959 w 540001"/>
              <a:gd name="connsiteY85" fmla="*/ 228867 h 489375"/>
              <a:gd name="connsiteX86" fmla="*/ 148006 w 540001"/>
              <a:gd name="connsiteY86" fmla="*/ 104004 h 489375"/>
              <a:gd name="connsiteX87" fmla="*/ 160313 w 540001"/>
              <a:gd name="connsiteY87" fmla="*/ 105469 h 489375"/>
              <a:gd name="connsiteX88" fmla="*/ 171639 w 540001"/>
              <a:gd name="connsiteY88" fmla="*/ 104231 h 489375"/>
              <a:gd name="connsiteX89" fmla="*/ 218069 w 540001"/>
              <a:gd name="connsiteY89" fmla="*/ 185096 h 489375"/>
              <a:gd name="connsiteX90" fmla="*/ 192491 w 540001"/>
              <a:gd name="connsiteY90" fmla="*/ 228867 h 489375"/>
              <a:gd name="connsiteX91" fmla="*/ 103041 w 540001"/>
              <a:gd name="connsiteY91" fmla="*/ 228867 h 489375"/>
              <a:gd name="connsiteX92" fmla="*/ 88907 w 540001"/>
              <a:gd name="connsiteY92" fmla="*/ 206368 h 489375"/>
              <a:gd name="connsiteX93" fmla="*/ 103041 w 540001"/>
              <a:gd name="connsiteY93" fmla="*/ 260508 h 489375"/>
              <a:gd name="connsiteX94" fmla="*/ 192490 w 540001"/>
              <a:gd name="connsiteY94" fmla="*/ 260508 h 489375"/>
              <a:gd name="connsiteX95" fmla="*/ 218068 w 540001"/>
              <a:gd name="connsiteY95" fmla="*/ 304279 h 489375"/>
              <a:gd name="connsiteX96" fmla="*/ 171638 w 540001"/>
              <a:gd name="connsiteY96" fmla="*/ 385144 h 489375"/>
              <a:gd name="connsiteX97" fmla="*/ 160313 w 540001"/>
              <a:gd name="connsiteY97" fmla="*/ 383906 h 489375"/>
              <a:gd name="connsiteX98" fmla="*/ 148006 w 540001"/>
              <a:gd name="connsiteY98" fmla="*/ 385371 h 489375"/>
              <a:gd name="connsiteX99" fmla="*/ 88906 w 540001"/>
              <a:gd name="connsiteY99" fmla="*/ 283007 h 489375"/>
              <a:gd name="connsiteX100" fmla="*/ 103041 w 540001"/>
              <a:gd name="connsiteY100" fmla="*/ 260508 h 489375"/>
              <a:gd name="connsiteX101" fmla="*/ 392117 w 540001"/>
              <a:gd name="connsiteY101" fmla="*/ 385156 h 489375"/>
              <a:gd name="connsiteX102" fmla="*/ 380742 w 540001"/>
              <a:gd name="connsiteY102" fmla="*/ 383906 h 489375"/>
              <a:gd name="connsiteX103" fmla="*/ 369416 w 540001"/>
              <a:gd name="connsiteY103" fmla="*/ 385144 h 489375"/>
              <a:gd name="connsiteX104" fmla="*/ 322635 w 540001"/>
              <a:gd name="connsiteY104" fmla="*/ 303670 h 489375"/>
              <a:gd name="connsiteX105" fmla="*/ 347510 w 540001"/>
              <a:gd name="connsiteY105" fmla="*/ 260509 h 489375"/>
              <a:gd name="connsiteX106" fmla="*/ 436959 w 540001"/>
              <a:gd name="connsiteY106" fmla="*/ 260509 h 489375"/>
              <a:gd name="connsiteX107" fmla="*/ 451093 w 540001"/>
              <a:gd name="connsiteY107" fmla="*/ 283009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0001" h="489375">
                <a:moveTo>
                  <a:pt x="487266" y="191953"/>
                </a:moveTo>
                <a:cubicBezTo>
                  <a:pt x="484672" y="191953"/>
                  <a:pt x="482124" y="192149"/>
                  <a:pt x="479629" y="192513"/>
                </a:cubicBezTo>
                <a:lnTo>
                  <a:pt x="419528" y="88417"/>
                </a:lnTo>
                <a:cubicBezTo>
                  <a:pt x="428181" y="79019"/>
                  <a:pt x="433477" y="66485"/>
                  <a:pt x="433477" y="52734"/>
                </a:cubicBezTo>
                <a:cubicBezTo>
                  <a:pt x="433477" y="23657"/>
                  <a:pt x="409820" y="0"/>
                  <a:pt x="380742" y="0"/>
                </a:cubicBezTo>
                <a:cubicBezTo>
                  <a:pt x="357121" y="0"/>
                  <a:pt x="337078" y="15610"/>
                  <a:pt x="330387" y="37056"/>
                </a:cubicBezTo>
                <a:lnTo>
                  <a:pt x="210668" y="37056"/>
                </a:lnTo>
                <a:cubicBezTo>
                  <a:pt x="203977" y="15610"/>
                  <a:pt x="183933" y="0"/>
                  <a:pt x="160313" y="0"/>
                </a:cubicBezTo>
                <a:cubicBezTo>
                  <a:pt x="131235" y="0"/>
                  <a:pt x="107578" y="23657"/>
                  <a:pt x="107578" y="52734"/>
                </a:cubicBezTo>
                <a:cubicBezTo>
                  <a:pt x="107578" y="66141"/>
                  <a:pt x="112614" y="78386"/>
                  <a:pt x="120884" y="87700"/>
                </a:cubicBezTo>
                <a:lnTo>
                  <a:pt x="60371" y="192512"/>
                </a:lnTo>
                <a:cubicBezTo>
                  <a:pt x="57876" y="192149"/>
                  <a:pt x="55328" y="191953"/>
                  <a:pt x="52734" y="191953"/>
                </a:cubicBezTo>
                <a:cubicBezTo>
                  <a:pt x="23657" y="191953"/>
                  <a:pt x="0" y="215610"/>
                  <a:pt x="0" y="244688"/>
                </a:cubicBezTo>
                <a:cubicBezTo>
                  <a:pt x="0" y="273765"/>
                  <a:pt x="23657" y="297422"/>
                  <a:pt x="52734" y="297422"/>
                </a:cubicBezTo>
                <a:cubicBezTo>
                  <a:pt x="55328" y="297422"/>
                  <a:pt x="57876" y="297226"/>
                  <a:pt x="60371" y="296862"/>
                </a:cubicBezTo>
                <a:lnTo>
                  <a:pt x="120884" y="401674"/>
                </a:lnTo>
                <a:cubicBezTo>
                  <a:pt x="112614" y="410989"/>
                  <a:pt x="107578" y="423235"/>
                  <a:pt x="107578" y="436641"/>
                </a:cubicBezTo>
                <a:cubicBezTo>
                  <a:pt x="107578" y="465718"/>
                  <a:pt x="131235" y="489375"/>
                  <a:pt x="160313" y="489375"/>
                </a:cubicBezTo>
                <a:cubicBezTo>
                  <a:pt x="183933" y="489375"/>
                  <a:pt x="203977" y="473765"/>
                  <a:pt x="210668" y="452319"/>
                </a:cubicBezTo>
                <a:lnTo>
                  <a:pt x="330387" y="452319"/>
                </a:lnTo>
                <a:cubicBezTo>
                  <a:pt x="337078" y="473765"/>
                  <a:pt x="357121" y="489375"/>
                  <a:pt x="380742" y="489375"/>
                </a:cubicBezTo>
                <a:cubicBezTo>
                  <a:pt x="409820" y="489375"/>
                  <a:pt x="433477" y="465718"/>
                  <a:pt x="433477" y="436641"/>
                </a:cubicBezTo>
                <a:cubicBezTo>
                  <a:pt x="433477" y="422890"/>
                  <a:pt x="428181" y="410356"/>
                  <a:pt x="419529" y="400958"/>
                </a:cubicBezTo>
                <a:lnTo>
                  <a:pt x="479630" y="296862"/>
                </a:lnTo>
                <a:cubicBezTo>
                  <a:pt x="482124" y="297226"/>
                  <a:pt x="484672" y="297422"/>
                  <a:pt x="487267" y="297422"/>
                </a:cubicBezTo>
                <a:cubicBezTo>
                  <a:pt x="516344" y="297422"/>
                  <a:pt x="540001" y="273765"/>
                  <a:pt x="540001" y="244688"/>
                </a:cubicBezTo>
                <a:cubicBezTo>
                  <a:pt x="540001" y="215610"/>
                  <a:pt x="516343" y="191953"/>
                  <a:pt x="487266" y="191953"/>
                </a:cubicBezTo>
                <a:close/>
                <a:moveTo>
                  <a:pt x="487266" y="265781"/>
                </a:moveTo>
                <a:cubicBezTo>
                  <a:pt x="475635" y="265781"/>
                  <a:pt x="466172" y="256319"/>
                  <a:pt x="466172" y="244688"/>
                </a:cubicBezTo>
                <a:cubicBezTo>
                  <a:pt x="466172" y="233056"/>
                  <a:pt x="475635" y="223594"/>
                  <a:pt x="487266" y="223594"/>
                </a:cubicBezTo>
                <a:cubicBezTo>
                  <a:pt x="498897" y="223594"/>
                  <a:pt x="508359" y="233056"/>
                  <a:pt x="508359" y="244688"/>
                </a:cubicBezTo>
                <a:cubicBezTo>
                  <a:pt x="508359" y="256319"/>
                  <a:pt x="498897" y="265781"/>
                  <a:pt x="487266" y="265781"/>
                </a:cubicBezTo>
                <a:close/>
                <a:moveTo>
                  <a:pt x="401836" y="436641"/>
                </a:moveTo>
                <a:cubicBezTo>
                  <a:pt x="401836" y="448272"/>
                  <a:pt x="392373" y="457734"/>
                  <a:pt x="380742" y="457734"/>
                </a:cubicBezTo>
                <a:cubicBezTo>
                  <a:pt x="369111" y="457734"/>
                  <a:pt x="359648" y="448272"/>
                  <a:pt x="359648" y="436641"/>
                </a:cubicBezTo>
                <a:cubicBezTo>
                  <a:pt x="359648" y="425010"/>
                  <a:pt x="369111" y="415547"/>
                  <a:pt x="380742" y="415547"/>
                </a:cubicBezTo>
                <a:cubicBezTo>
                  <a:pt x="392373" y="415547"/>
                  <a:pt x="401836" y="425010"/>
                  <a:pt x="401836" y="436641"/>
                </a:cubicBezTo>
                <a:close/>
                <a:moveTo>
                  <a:pt x="181406" y="436641"/>
                </a:moveTo>
                <a:cubicBezTo>
                  <a:pt x="181406" y="448272"/>
                  <a:pt x="171944" y="457734"/>
                  <a:pt x="160313" y="457734"/>
                </a:cubicBezTo>
                <a:cubicBezTo>
                  <a:pt x="148681" y="457734"/>
                  <a:pt x="139219" y="448272"/>
                  <a:pt x="139219" y="436641"/>
                </a:cubicBezTo>
                <a:cubicBezTo>
                  <a:pt x="139219" y="425010"/>
                  <a:pt x="148681" y="415547"/>
                  <a:pt x="160313" y="415547"/>
                </a:cubicBezTo>
                <a:cubicBezTo>
                  <a:pt x="171944" y="415547"/>
                  <a:pt x="181406" y="425010"/>
                  <a:pt x="181406" y="436641"/>
                </a:cubicBezTo>
                <a:close/>
                <a:moveTo>
                  <a:pt x="31641" y="244688"/>
                </a:moveTo>
                <a:cubicBezTo>
                  <a:pt x="31641" y="233056"/>
                  <a:pt x="41103" y="223594"/>
                  <a:pt x="52734" y="223594"/>
                </a:cubicBezTo>
                <a:cubicBezTo>
                  <a:pt x="64365" y="223594"/>
                  <a:pt x="73828" y="233056"/>
                  <a:pt x="73828" y="244688"/>
                </a:cubicBezTo>
                <a:cubicBezTo>
                  <a:pt x="73828" y="256319"/>
                  <a:pt x="64365" y="265781"/>
                  <a:pt x="52734" y="265781"/>
                </a:cubicBezTo>
                <a:cubicBezTo>
                  <a:pt x="41103" y="265781"/>
                  <a:pt x="31641" y="256319"/>
                  <a:pt x="31641" y="244688"/>
                </a:cubicBezTo>
                <a:close/>
                <a:moveTo>
                  <a:pt x="139219" y="52734"/>
                </a:moveTo>
                <a:cubicBezTo>
                  <a:pt x="139219" y="41103"/>
                  <a:pt x="148681" y="31641"/>
                  <a:pt x="160313" y="31641"/>
                </a:cubicBezTo>
                <a:cubicBezTo>
                  <a:pt x="171944" y="31641"/>
                  <a:pt x="181406" y="41103"/>
                  <a:pt x="181406" y="52734"/>
                </a:cubicBezTo>
                <a:cubicBezTo>
                  <a:pt x="181406" y="64365"/>
                  <a:pt x="171944" y="73828"/>
                  <a:pt x="160313" y="73828"/>
                </a:cubicBezTo>
                <a:cubicBezTo>
                  <a:pt x="148681" y="73828"/>
                  <a:pt x="139219" y="64365"/>
                  <a:pt x="139219" y="52734"/>
                </a:cubicBezTo>
                <a:close/>
                <a:moveTo>
                  <a:pt x="359648" y="52734"/>
                </a:moveTo>
                <a:cubicBezTo>
                  <a:pt x="359648" y="41103"/>
                  <a:pt x="369111" y="31641"/>
                  <a:pt x="380742" y="31641"/>
                </a:cubicBezTo>
                <a:cubicBezTo>
                  <a:pt x="392373" y="31641"/>
                  <a:pt x="401836" y="41103"/>
                  <a:pt x="401836" y="52734"/>
                </a:cubicBezTo>
                <a:cubicBezTo>
                  <a:pt x="401836" y="64365"/>
                  <a:pt x="392373" y="73828"/>
                  <a:pt x="380742" y="73828"/>
                </a:cubicBezTo>
                <a:cubicBezTo>
                  <a:pt x="369111" y="73828"/>
                  <a:pt x="359648" y="64365"/>
                  <a:pt x="359648" y="52734"/>
                </a:cubicBezTo>
                <a:close/>
                <a:moveTo>
                  <a:pt x="317461" y="244688"/>
                </a:moveTo>
                <a:cubicBezTo>
                  <a:pt x="317461" y="270857"/>
                  <a:pt x="296170" y="292148"/>
                  <a:pt x="270000" y="292148"/>
                </a:cubicBezTo>
                <a:cubicBezTo>
                  <a:pt x="243830" y="292148"/>
                  <a:pt x="222539" y="270857"/>
                  <a:pt x="222539" y="244688"/>
                </a:cubicBezTo>
                <a:cubicBezTo>
                  <a:pt x="222539" y="218518"/>
                  <a:pt x="243830" y="197227"/>
                  <a:pt x="270000" y="197227"/>
                </a:cubicBezTo>
                <a:cubicBezTo>
                  <a:pt x="296170" y="197227"/>
                  <a:pt x="317461" y="218518"/>
                  <a:pt x="317461" y="244688"/>
                </a:cubicBezTo>
                <a:close/>
                <a:moveTo>
                  <a:pt x="341991" y="88453"/>
                </a:moveTo>
                <a:lnTo>
                  <a:pt x="295306" y="169761"/>
                </a:lnTo>
                <a:cubicBezTo>
                  <a:pt x="287355" y="167069"/>
                  <a:pt x="278850" y="165586"/>
                  <a:pt x="270000" y="165586"/>
                </a:cubicBezTo>
                <a:cubicBezTo>
                  <a:pt x="261478" y="165586"/>
                  <a:pt x="253274" y="166957"/>
                  <a:pt x="245577" y="169462"/>
                </a:cubicBezTo>
                <a:lnTo>
                  <a:pt x="199064" y="88453"/>
                </a:lnTo>
                <a:cubicBezTo>
                  <a:pt x="204233" y="82850"/>
                  <a:pt x="208205" y="76129"/>
                  <a:pt x="210572" y="68696"/>
                </a:cubicBezTo>
                <a:lnTo>
                  <a:pt x="330484" y="68696"/>
                </a:lnTo>
                <a:cubicBezTo>
                  <a:pt x="332850" y="76129"/>
                  <a:pt x="336822" y="82850"/>
                  <a:pt x="341991" y="88453"/>
                </a:cubicBezTo>
                <a:close/>
                <a:moveTo>
                  <a:pt x="199064" y="400922"/>
                </a:moveTo>
                <a:lnTo>
                  <a:pt x="245577" y="319913"/>
                </a:lnTo>
                <a:cubicBezTo>
                  <a:pt x="253274" y="322418"/>
                  <a:pt x="261478" y="323789"/>
                  <a:pt x="270000" y="323789"/>
                </a:cubicBezTo>
                <a:cubicBezTo>
                  <a:pt x="278850" y="323789"/>
                  <a:pt x="287355" y="322306"/>
                  <a:pt x="295306" y="319614"/>
                </a:cubicBezTo>
                <a:lnTo>
                  <a:pt x="341991" y="400922"/>
                </a:lnTo>
                <a:cubicBezTo>
                  <a:pt x="336822" y="406525"/>
                  <a:pt x="332850" y="413246"/>
                  <a:pt x="330483" y="420679"/>
                </a:cubicBezTo>
                <a:lnTo>
                  <a:pt x="210572" y="420679"/>
                </a:lnTo>
                <a:cubicBezTo>
                  <a:pt x="208205" y="413246"/>
                  <a:pt x="204233" y="406525"/>
                  <a:pt x="199064" y="400922"/>
                </a:cubicBezTo>
                <a:close/>
                <a:moveTo>
                  <a:pt x="436959" y="228867"/>
                </a:moveTo>
                <a:lnTo>
                  <a:pt x="347510" y="228867"/>
                </a:lnTo>
                <a:cubicBezTo>
                  <a:pt x="344046" y="211872"/>
                  <a:pt x="335109" y="196850"/>
                  <a:pt x="322635" y="185706"/>
                </a:cubicBezTo>
                <a:lnTo>
                  <a:pt x="369416" y="104232"/>
                </a:lnTo>
                <a:cubicBezTo>
                  <a:pt x="373067" y="105033"/>
                  <a:pt x="376854" y="105469"/>
                  <a:pt x="380742" y="105469"/>
                </a:cubicBezTo>
                <a:cubicBezTo>
                  <a:pt x="384648" y="105469"/>
                  <a:pt x="388451" y="105029"/>
                  <a:pt x="392117" y="104219"/>
                </a:cubicBezTo>
                <a:lnTo>
                  <a:pt x="451093" y="206368"/>
                </a:lnTo>
                <a:cubicBezTo>
                  <a:pt x="444628" y="212475"/>
                  <a:pt x="439695" y="220185"/>
                  <a:pt x="436959" y="228867"/>
                </a:cubicBezTo>
                <a:close/>
                <a:moveTo>
                  <a:pt x="148006" y="104004"/>
                </a:moveTo>
                <a:cubicBezTo>
                  <a:pt x="151957" y="104952"/>
                  <a:pt x="156075" y="105469"/>
                  <a:pt x="160313" y="105469"/>
                </a:cubicBezTo>
                <a:cubicBezTo>
                  <a:pt x="164201" y="105469"/>
                  <a:pt x="167987" y="105033"/>
                  <a:pt x="171639" y="104231"/>
                </a:cubicBezTo>
                <a:lnTo>
                  <a:pt x="218069" y="185096"/>
                </a:lnTo>
                <a:cubicBezTo>
                  <a:pt x="205231" y="196298"/>
                  <a:pt x="196019" y="211556"/>
                  <a:pt x="192491" y="228867"/>
                </a:cubicBezTo>
                <a:lnTo>
                  <a:pt x="103041" y="228867"/>
                </a:lnTo>
                <a:cubicBezTo>
                  <a:pt x="100305" y="220185"/>
                  <a:pt x="95372" y="212475"/>
                  <a:pt x="88907" y="206368"/>
                </a:cubicBezTo>
                <a:close/>
                <a:moveTo>
                  <a:pt x="103041" y="260508"/>
                </a:moveTo>
                <a:lnTo>
                  <a:pt x="192490" y="260508"/>
                </a:lnTo>
                <a:cubicBezTo>
                  <a:pt x="196018" y="277819"/>
                  <a:pt x="205230" y="293077"/>
                  <a:pt x="218068" y="304279"/>
                </a:cubicBezTo>
                <a:lnTo>
                  <a:pt x="171638" y="385144"/>
                </a:lnTo>
                <a:cubicBezTo>
                  <a:pt x="167987" y="384342"/>
                  <a:pt x="164201" y="383906"/>
                  <a:pt x="160313" y="383906"/>
                </a:cubicBezTo>
                <a:cubicBezTo>
                  <a:pt x="156075" y="383906"/>
                  <a:pt x="151957" y="384423"/>
                  <a:pt x="148006" y="385371"/>
                </a:cubicBezTo>
                <a:lnTo>
                  <a:pt x="88906" y="283007"/>
                </a:lnTo>
                <a:cubicBezTo>
                  <a:pt x="95372" y="276900"/>
                  <a:pt x="100305" y="269190"/>
                  <a:pt x="103041" y="260508"/>
                </a:cubicBezTo>
                <a:close/>
                <a:moveTo>
                  <a:pt x="392117" y="385156"/>
                </a:moveTo>
                <a:cubicBezTo>
                  <a:pt x="388451" y="384346"/>
                  <a:pt x="384648" y="383906"/>
                  <a:pt x="380742" y="383906"/>
                </a:cubicBezTo>
                <a:cubicBezTo>
                  <a:pt x="376854" y="383906"/>
                  <a:pt x="373067" y="384342"/>
                  <a:pt x="369416" y="385144"/>
                </a:cubicBezTo>
                <a:lnTo>
                  <a:pt x="322635" y="303670"/>
                </a:lnTo>
                <a:cubicBezTo>
                  <a:pt x="335109" y="292526"/>
                  <a:pt x="344046" y="277504"/>
                  <a:pt x="347510" y="260509"/>
                </a:cubicBezTo>
                <a:lnTo>
                  <a:pt x="436959" y="260509"/>
                </a:lnTo>
                <a:cubicBezTo>
                  <a:pt x="439695" y="269191"/>
                  <a:pt x="444628" y="276901"/>
                  <a:pt x="451093" y="283009"/>
                </a:cubicBezTo>
                <a:close/>
              </a:path>
            </a:pathLst>
          </a:custGeom>
          <a:solidFill>
            <a:schemeClr val="bg1"/>
          </a:solidFill>
          <a:ln w="104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48C0BD27-EA80-4F1A-ADD8-25F9DD7438E8}"/>
              </a:ext>
            </a:extLst>
          </p:cNvPr>
          <p:cNvGrpSpPr/>
          <p:nvPr/>
        </p:nvGrpSpPr>
        <p:grpSpPr>
          <a:xfrm>
            <a:off x="492190" y="1220540"/>
            <a:ext cx="5332667" cy="4012196"/>
            <a:chOff x="406972" y="1622611"/>
            <a:chExt cx="3135538" cy="4295003"/>
          </a:xfrm>
        </p:grpSpPr>
        <p:sp>
          <p:nvSpPr>
            <p:cNvPr id="47" name="Rectangle 1">
              <a:extLst>
                <a:ext uri="{FF2B5EF4-FFF2-40B4-BE49-F238E27FC236}">
                  <a16:creationId xmlns:a16="http://schemas.microsoft.com/office/drawing/2014/main" id="{6BE720F4-4CD6-452B-AF16-41C178C853C6}"/>
                </a:ext>
              </a:extLst>
            </p:cNvPr>
            <p:cNvSpPr/>
            <p:nvPr/>
          </p:nvSpPr>
          <p:spPr>
            <a:xfrm>
              <a:off x="406972" y="1622611"/>
              <a:ext cx="1164938" cy="389471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: Rounded Corners 69">
              <a:extLst>
                <a:ext uri="{FF2B5EF4-FFF2-40B4-BE49-F238E27FC236}">
                  <a16:creationId xmlns:a16="http://schemas.microsoft.com/office/drawing/2014/main" id="{E2BB5E6B-EDA6-4037-ED03-2CBE4903DB08}"/>
                </a:ext>
              </a:extLst>
            </p:cNvPr>
            <p:cNvSpPr/>
            <p:nvPr/>
          </p:nvSpPr>
          <p:spPr>
            <a:xfrm>
              <a:off x="819732" y="1959620"/>
              <a:ext cx="2722778" cy="3957994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9" name="Заголовок 5">
              <a:extLst>
                <a:ext uri="{FF2B5EF4-FFF2-40B4-BE49-F238E27FC236}">
                  <a16:creationId xmlns:a16="http://schemas.microsoft.com/office/drawing/2014/main" id="{F0A70254-CA57-954C-D5B4-E373E20CB6B1}"/>
                </a:ext>
              </a:extLst>
            </p:cNvPr>
            <p:cNvSpPr txBox="1">
              <a:spLocks/>
            </p:cNvSpPr>
            <p:nvPr/>
          </p:nvSpPr>
          <p:spPr>
            <a:xfrm>
              <a:off x="1019912" y="2190250"/>
              <a:ext cx="1746063" cy="42172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8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dirty="0">
                  <a:gradFill flip="none" rotWithShape="1">
                    <a:gsLst>
                      <a:gs pos="0">
                        <a:srgbClr val="FF59A3"/>
                      </a:gs>
                      <a:gs pos="100000">
                        <a:srgbClr val="00B5EF"/>
                      </a:gs>
                    </a:gsLst>
                    <a:lin ang="5400000" scaled="1"/>
                    <a:tileRect/>
                  </a:gradFill>
                </a:rPr>
                <a:t>t2</a:t>
              </a:r>
              <a:r>
                <a:rPr lang="ru-RU" sz="3200" dirty="0">
                  <a:gradFill flip="none" rotWithShape="1">
                    <a:gsLst>
                      <a:gs pos="0">
                        <a:srgbClr val="FF59A3"/>
                      </a:gs>
                      <a:gs pos="100000">
                        <a:srgbClr val="00B5EF"/>
                      </a:gs>
                    </a:gsLst>
                    <a:lin ang="5400000" scaled="1"/>
                    <a:tileRect/>
                  </a:gradFill>
                </a:rPr>
                <a:t> </a:t>
              </a:r>
            </a:p>
          </p:txBody>
        </p:sp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7AA38C27-94F6-4CBF-B8E6-C9D75C0A7442}"/>
                </a:ext>
              </a:extLst>
            </p:cNvPr>
            <p:cNvGrpSpPr/>
            <p:nvPr/>
          </p:nvGrpSpPr>
          <p:grpSpPr>
            <a:xfrm>
              <a:off x="1040523" y="2827769"/>
              <a:ext cx="2438913" cy="533743"/>
              <a:chOff x="1050683" y="2942552"/>
              <a:chExt cx="2438913" cy="533743"/>
            </a:xfrm>
          </p:grpSpPr>
          <p:sp>
            <p:nvSpPr>
              <p:cNvPr id="76" name="Freeform 229">
                <a:extLst>
                  <a:ext uri="{FF2B5EF4-FFF2-40B4-BE49-F238E27FC236}">
                    <a16:creationId xmlns:a16="http://schemas.microsoft.com/office/drawing/2014/main" id="{B7699F9D-1798-F87C-B8F0-230074B68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683" y="2961048"/>
                <a:ext cx="197678" cy="135731"/>
              </a:xfrm>
              <a:custGeom>
                <a:avLst/>
                <a:gdLst>
                  <a:gd name="T0" fmla="*/ 124 w 16128"/>
                  <a:gd name="T1" fmla="*/ 7223 h 11872"/>
                  <a:gd name="T2" fmla="*/ 59 w 16128"/>
                  <a:gd name="T3" fmla="*/ 7113 h 11872"/>
                  <a:gd name="T4" fmla="*/ 18 w 16128"/>
                  <a:gd name="T5" fmla="*/ 6994 h 11872"/>
                  <a:gd name="T6" fmla="*/ 1 w 16128"/>
                  <a:gd name="T7" fmla="*/ 6871 h 11872"/>
                  <a:gd name="T8" fmla="*/ 7 w 16128"/>
                  <a:gd name="T9" fmla="*/ 6747 h 11872"/>
                  <a:gd name="T10" fmla="*/ 36 w 16128"/>
                  <a:gd name="T11" fmla="*/ 6626 h 11872"/>
                  <a:gd name="T12" fmla="*/ 90 w 16128"/>
                  <a:gd name="T13" fmla="*/ 6512 h 11872"/>
                  <a:gd name="T14" fmla="*/ 165 w 16128"/>
                  <a:gd name="T15" fmla="*/ 6408 h 11872"/>
                  <a:gd name="T16" fmla="*/ 1850 w 16128"/>
                  <a:gd name="T17" fmla="*/ 4727 h 11872"/>
                  <a:gd name="T18" fmla="*/ 1957 w 16128"/>
                  <a:gd name="T19" fmla="*/ 4656 h 11872"/>
                  <a:gd name="T20" fmla="*/ 2073 w 16128"/>
                  <a:gd name="T21" fmla="*/ 4609 h 11872"/>
                  <a:gd name="T22" fmla="*/ 2195 w 16128"/>
                  <a:gd name="T23" fmla="*/ 4586 h 11872"/>
                  <a:gd name="T24" fmla="*/ 2319 w 16128"/>
                  <a:gd name="T25" fmla="*/ 4586 h 11872"/>
                  <a:gd name="T26" fmla="*/ 2441 w 16128"/>
                  <a:gd name="T27" fmla="*/ 4609 h 11872"/>
                  <a:gd name="T28" fmla="*/ 2558 w 16128"/>
                  <a:gd name="T29" fmla="*/ 4656 h 11872"/>
                  <a:gd name="T30" fmla="*/ 2665 w 16128"/>
                  <a:gd name="T31" fmla="*/ 4727 h 11872"/>
                  <a:gd name="T32" fmla="*/ 5357 w 16128"/>
                  <a:gd name="T33" fmla="*/ 7406 h 11872"/>
                  <a:gd name="T34" fmla="*/ 5460 w 16128"/>
                  <a:gd name="T35" fmla="*/ 7483 h 11872"/>
                  <a:gd name="T36" fmla="*/ 5575 w 16128"/>
                  <a:gd name="T37" fmla="*/ 7535 h 11872"/>
                  <a:gd name="T38" fmla="*/ 5696 w 16128"/>
                  <a:gd name="T39" fmla="*/ 7565 h 11872"/>
                  <a:gd name="T40" fmla="*/ 5819 w 16128"/>
                  <a:gd name="T41" fmla="*/ 7571 h 11872"/>
                  <a:gd name="T42" fmla="*/ 5942 w 16128"/>
                  <a:gd name="T43" fmla="*/ 7552 h 11872"/>
                  <a:gd name="T44" fmla="*/ 6060 w 16128"/>
                  <a:gd name="T45" fmla="*/ 7512 h 11872"/>
                  <a:gd name="T46" fmla="*/ 6170 w 16128"/>
                  <a:gd name="T47" fmla="*/ 7447 h 11872"/>
                  <a:gd name="T48" fmla="*/ 13421 w 16128"/>
                  <a:gd name="T49" fmla="*/ 190 h 11872"/>
                  <a:gd name="T50" fmla="*/ 13521 w 16128"/>
                  <a:gd name="T51" fmla="*/ 107 h 11872"/>
                  <a:gd name="T52" fmla="*/ 13634 w 16128"/>
                  <a:gd name="T53" fmla="*/ 47 h 11872"/>
                  <a:gd name="T54" fmla="*/ 13753 w 16128"/>
                  <a:gd name="T55" fmla="*/ 12 h 11872"/>
                  <a:gd name="T56" fmla="*/ 13877 w 16128"/>
                  <a:gd name="T57" fmla="*/ 0 h 11872"/>
                  <a:gd name="T58" fmla="*/ 14000 w 16128"/>
                  <a:gd name="T59" fmla="*/ 11 h 11872"/>
                  <a:gd name="T60" fmla="*/ 14120 w 16128"/>
                  <a:gd name="T61" fmla="*/ 46 h 11872"/>
                  <a:gd name="T62" fmla="*/ 14233 w 16128"/>
                  <a:gd name="T63" fmla="*/ 105 h 11872"/>
                  <a:gd name="T64" fmla="*/ 14334 w 16128"/>
                  <a:gd name="T65" fmla="*/ 186 h 11872"/>
                  <a:gd name="T66" fmla="*/ 16003 w 16128"/>
                  <a:gd name="T67" fmla="*/ 1855 h 11872"/>
                  <a:gd name="T68" fmla="*/ 16068 w 16128"/>
                  <a:gd name="T69" fmla="*/ 1964 h 11872"/>
                  <a:gd name="T70" fmla="*/ 16109 w 16128"/>
                  <a:gd name="T71" fmla="*/ 2082 h 11872"/>
                  <a:gd name="T72" fmla="*/ 16127 w 16128"/>
                  <a:gd name="T73" fmla="*/ 2205 h 11872"/>
                  <a:gd name="T74" fmla="*/ 16122 w 16128"/>
                  <a:gd name="T75" fmla="*/ 2328 h 11872"/>
                  <a:gd name="T76" fmla="*/ 16093 w 16128"/>
                  <a:gd name="T77" fmla="*/ 2449 h 11872"/>
                  <a:gd name="T78" fmla="*/ 16039 w 16128"/>
                  <a:gd name="T79" fmla="*/ 2564 h 11872"/>
                  <a:gd name="T80" fmla="*/ 15964 w 16128"/>
                  <a:gd name="T81" fmla="*/ 2667 h 11872"/>
                  <a:gd name="T82" fmla="*/ 7188 w 16128"/>
                  <a:gd name="T83" fmla="*/ 11462 h 11872"/>
                  <a:gd name="T84" fmla="*/ 7074 w 16128"/>
                  <a:gd name="T85" fmla="*/ 11550 h 11872"/>
                  <a:gd name="T86" fmla="*/ 6943 w 16128"/>
                  <a:gd name="T87" fmla="*/ 11632 h 11872"/>
                  <a:gd name="T88" fmla="*/ 6801 w 16128"/>
                  <a:gd name="T89" fmla="*/ 11706 h 11872"/>
                  <a:gd name="T90" fmla="*/ 6652 w 16128"/>
                  <a:gd name="T91" fmla="*/ 11767 h 11872"/>
                  <a:gd name="T92" fmla="*/ 6500 w 16128"/>
                  <a:gd name="T93" fmla="*/ 11817 h 11872"/>
                  <a:gd name="T94" fmla="*/ 6349 w 16128"/>
                  <a:gd name="T95" fmla="*/ 11852 h 11872"/>
                  <a:gd name="T96" fmla="*/ 6205 w 16128"/>
                  <a:gd name="T97" fmla="*/ 11870 h 11872"/>
                  <a:gd name="T98" fmla="*/ 5352 w 16128"/>
                  <a:gd name="T99" fmla="*/ 11871 h 11872"/>
                  <a:gd name="T100" fmla="*/ 5210 w 16128"/>
                  <a:gd name="T101" fmla="*/ 11858 h 11872"/>
                  <a:gd name="T102" fmla="*/ 5062 w 16128"/>
                  <a:gd name="T103" fmla="*/ 11827 h 11872"/>
                  <a:gd name="T104" fmla="*/ 4910 w 16128"/>
                  <a:gd name="T105" fmla="*/ 11780 h 11872"/>
                  <a:gd name="T106" fmla="*/ 4760 w 16128"/>
                  <a:gd name="T107" fmla="*/ 11722 h 11872"/>
                  <a:gd name="T108" fmla="*/ 4615 w 16128"/>
                  <a:gd name="T109" fmla="*/ 11651 h 11872"/>
                  <a:gd name="T110" fmla="*/ 4481 w 16128"/>
                  <a:gd name="T111" fmla="*/ 11572 h 11872"/>
                  <a:gd name="T112" fmla="*/ 4363 w 16128"/>
                  <a:gd name="T113" fmla="*/ 11484 h 11872"/>
                  <a:gd name="T114" fmla="*/ 187 w 16128"/>
                  <a:gd name="T115" fmla="*/ 7297 h 11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128" h="11872">
                    <a:moveTo>
                      <a:pt x="187" y="7297"/>
                    </a:moveTo>
                    <a:lnTo>
                      <a:pt x="164" y="7273"/>
                    </a:lnTo>
                    <a:lnTo>
                      <a:pt x="143" y="7248"/>
                    </a:lnTo>
                    <a:lnTo>
                      <a:pt x="124" y="7223"/>
                    </a:lnTo>
                    <a:lnTo>
                      <a:pt x="106" y="7196"/>
                    </a:lnTo>
                    <a:lnTo>
                      <a:pt x="89" y="7168"/>
                    </a:lnTo>
                    <a:lnTo>
                      <a:pt x="74" y="7141"/>
                    </a:lnTo>
                    <a:lnTo>
                      <a:pt x="59" y="7113"/>
                    </a:lnTo>
                    <a:lnTo>
                      <a:pt x="46" y="7084"/>
                    </a:lnTo>
                    <a:lnTo>
                      <a:pt x="35" y="7054"/>
                    </a:lnTo>
                    <a:lnTo>
                      <a:pt x="26" y="7024"/>
                    </a:lnTo>
                    <a:lnTo>
                      <a:pt x="18" y="6994"/>
                    </a:lnTo>
                    <a:lnTo>
                      <a:pt x="12" y="6964"/>
                    </a:lnTo>
                    <a:lnTo>
                      <a:pt x="6" y="6933"/>
                    </a:lnTo>
                    <a:lnTo>
                      <a:pt x="3" y="6902"/>
                    </a:lnTo>
                    <a:lnTo>
                      <a:pt x="1" y="6871"/>
                    </a:lnTo>
                    <a:lnTo>
                      <a:pt x="0" y="6841"/>
                    </a:lnTo>
                    <a:lnTo>
                      <a:pt x="1" y="6809"/>
                    </a:lnTo>
                    <a:lnTo>
                      <a:pt x="3" y="6778"/>
                    </a:lnTo>
                    <a:lnTo>
                      <a:pt x="7" y="6747"/>
                    </a:lnTo>
                    <a:lnTo>
                      <a:pt x="12" y="6717"/>
                    </a:lnTo>
                    <a:lnTo>
                      <a:pt x="18" y="6687"/>
                    </a:lnTo>
                    <a:lnTo>
                      <a:pt x="26" y="6656"/>
                    </a:lnTo>
                    <a:lnTo>
                      <a:pt x="36" y="6626"/>
                    </a:lnTo>
                    <a:lnTo>
                      <a:pt x="47" y="6597"/>
                    </a:lnTo>
                    <a:lnTo>
                      <a:pt x="59" y="6569"/>
                    </a:lnTo>
                    <a:lnTo>
                      <a:pt x="74" y="6539"/>
                    </a:lnTo>
                    <a:lnTo>
                      <a:pt x="90" y="6512"/>
                    </a:lnTo>
                    <a:lnTo>
                      <a:pt x="106" y="6485"/>
                    </a:lnTo>
                    <a:lnTo>
                      <a:pt x="125" y="6459"/>
                    </a:lnTo>
                    <a:lnTo>
                      <a:pt x="144" y="6432"/>
                    </a:lnTo>
                    <a:lnTo>
                      <a:pt x="165" y="6408"/>
                    </a:lnTo>
                    <a:lnTo>
                      <a:pt x="188" y="6384"/>
                    </a:lnTo>
                    <a:lnTo>
                      <a:pt x="1801" y="4771"/>
                    </a:lnTo>
                    <a:lnTo>
                      <a:pt x="1824" y="4748"/>
                    </a:lnTo>
                    <a:lnTo>
                      <a:pt x="1850" y="4727"/>
                    </a:lnTo>
                    <a:lnTo>
                      <a:pt x="1876" y="4707"/>
                    </a:lnTo>
                    <a:lnTo>
                      <a:pt x="1902" y="4689"/>
                    </a:lnTo>
                    <a:lnTo>
                      <a:pt x="1929" y="4671"/>
                    </a:lnTo>
                    <a:lnTo>
                      <a:pt x="1957" y="4656"/>
                    </a:lnTo>
                    <a:lnTo>
                      <a:pt x="1985" y="4642"/>
                    </a:lnTo>
                    <a:lnTo>
                      <a:pt x="2014" y="4630"/>
                    </a:lnTo>
                    <a:lnTo>
                      <a:pt x="2043" y="4619"/>
                    </a:lnTo>
                    <a:lnTo>
                      <a:pt x="2073" y="4609"/>
                    </a:lnTo>
                    <a:lnTo>
                      <a:pt x="2104" y="4601"/>
                    </a:lnTo>
                    <a:lnTo>
                      <a:pt x="2134" y="4595"/>
                    </a:lnTo>
                    <a:lnTo>
                      <a:pt x="2164" y="4590"/>
                    </a:lnTo>
                    <a:lnTo>
                      <a:pt x="2195" y="4586"/>
                    </a:lnTo>
                    <a:lnTo>
                      <a:pt x="2227" y="4584"/>
                    </a:lnTo>
                    <a:lnTo>
                      <a:pt x="2257" y="4583"/>
                    </a:lnTo>
                    <a:lnTo>
                      <a:pt x="2288" y="4584"/>
                    </a:lnTo>
                    <a:lnTo>
                      <a:pt x="2319" y="4586"/>
                    </a:lnTo>
                    <a:lnTo>
                      <a:pt x="2350" y="4590"/>
                    </a:lnTo>
                    <a:lnTo>
                      <a:pt x="2381" y="4595"/>
                    </a:lnTo>
                    <a:lnTo>
                      <a:pt x="2411" y="4601"/>
                    </a:lnTo>
                    <a:lnTo>
                      <a:pt x="2441" y="4609"/>
                    </a:lnTo>
                    <a:lnTo>
                      <a:pt x="2472" y="4619"/>
                    </a:lnTo>
                    <a:lnTo>
                      <a:pt x="2501" y="4630"/>
                    </a:lnTo>
                    <a:lnTo>
                      <a:pt x="2529" y="4642"/>
                    </a:lnTo>
                    <a:lnTo>
                      <a:pt x="2558" y="4656"/>
                    </a:lnTo>
                    <a:lnTo>
                      <a:pt x="2586" y="4671"/>
                    </a:lnTo>
                    <a:lnTo>
                      <a:pt x="2613" y="4689"/>
                    </a:lnTo>
                    <a:lnTo>
                      <a:pt x="2639" y="4707"/>
                    </a:lnTo>
                    <a:lnTo>
                      <a:pt x="2665" y="4727"/>
                    </a:lnTo>
                    <a:lnTo>
                      <a:pt x="2689" y="4748"/>
                    </a:lnTo>
                    <a:lnTo>
                      <a:pt x="2714" y="4770"/>
                    </a:lnTo>
                    <a:lnTo>
                      <a:pt x="5332" y="7384"/>
                    </a:lnTo>
                    <a:lnTo>
                      <a:pt x="5357" y="7406"/>
                    </a:lnTo>
                    <a:lnTo>
                      <a:pt x="5382" y="7427"/>
                    </a:lnTo>
                    <a:lnTo>
                      <a:pt x="5407" y="7448"/>
                    </a:lnTo>
                    <a:lnTo>
                      <a:pt x="5433" y="7466"/>
                    </a:lnTo>
                    <a:lnTo>
                      <a:pt x="5460" y="7483"/>
                    </a:lnTo>
                    <a:lnTo>
                      <a:pt x="5489" y="7498"/>
                    </a:lnTo>
                    <a:lnTo>
                      <a:pt x="5517" y="7512"/>
                    </a:lnTo>
                    <a:lnTo>
                      <a:pt x="5546" y="7524"/>
                    </a:lnTo>
                    <a:lnTo>
                      <a:pt x="5575" y="7535"/>
                    </a:lnTo>
                    <a:lnTo>
                      <a:pt x="5604" y="7545"/>
                    </a:lnTo>
                    <a:lnTo>
                      <a:pt x="5635" y="7553"/>
                    </a:lnTo>
                    <a:lnTo>
                      <a:pt x="5665" y="7559"/>
                    </a:lnTo>
                    <a:lnTo>
                      <a:pt x="5696" y="7565"/>
                    </a:lnTo>
                    <a:lnTo>
                      <a:pt x="5726" y="7569"/>
                    </a:lnTo>
                    <a:lnTo>
                      <a:pt x="5758" y="7571"/>
                    </a:lnTo>
                    <a:lnTo>
                      <a:pt x="5789" y="7572"/>
                    </a:lnTo>
                    <a:lnTo>
                      <a:pt x="5819" y="7571"/>
                    </a:lnTo>
                    <a:lnTo>
                      <a:pt x="5850" y="7569"/>
                    </a:lnTo>
                    <a:lnTo>
                      <a:pt x="5882" y="7565"/>
                    </a:lnTo>
                    <a:lnTo>
                      <a:pt x="5912" y="7559"/>
                    </a:lnTo>
                    <a:lnTo>
                      <a:pt x="5942" y="7552"/>
                    </a:lnTo>
                    <a:lnTo>
                      <a:pt x="5972" y="7544"/>
                    </a:lnTo>
                    <a:lnTo>
                      <a:pt x="6003" y="7535"/>
                    </a:lnTo>
                    <a:lnTo>
                      <a:pt x="6032" y="7524"/>
                    </a:lnTo>
                    <a:lnTo>
                      <a:pt x="6060" y="7512"/>
                    </a:lnTo>
                    <a:lnTo>
                      <a:pt x="6089" y="7498"/>
                    </a:lnTo>
                    <a:lnTo>
                      <a:pt x="6117" y="7482"/>
                    </a:lnTo>
                    <a:lnTo>
                      <a:pt x="6144" y="7465"/>
                    </a:lnTo>
                    <a:lnTo>
                      <a:pt x="6170" y="7447"/>
                    </a:lnTo>
                    <a:lnTo>
                      <a:pt x="6196" y="7426"/>
                    </a:lnTo>
                    <a:lnTo>
                      <a:pt x="6220" y="7405"/>
                    </a:lnTo>
                    <a:lnTo>
                      <a:pt x="6245" y="7383"/>
                    </a:lnTo>
                    <a:lnTo>
                      <a:pt x="13421" y="190"/>
                    </a:lnTo>
                    <a:lnTo>
                      <a:pt x="13445" y="166"/>
                    </a:lnTo>
                    <a:lnTo>
                      <a:pt x="13470" y="145"/>
                    </a:lnTo>
                    <a:lnTo>
                      <a:pt x="13495" y="125"/>
                    </a:lnTo>
                    <a:lnTo>
                      <a:pt x="13521" y="107"/>
                    </a:lnTo>
                    <a:lnTo>
                      <a:pt x="13549" y="90"/>
                    </a:lnTo>
                    <a:lnTo>
                      <a:pt x="13577" y="75"/>
                    </a:lnTo>
                    <a:lnTo>
                      <a:pt x="13605" y="60"/>
                    </a:lnTo>
                    <a:lnTo>
                      <a:pt x="13634" y="47"/>
                    </a:lnTo>
                    <a:lnTo>
                      <a:pt x="13663" y="36"/>
                    </a:lnTo>
                    <a:lnTo>
                      <a:pt x="13693" y="27"/>
                    </a:lnTo>
                    <a:lnTo>
                      <a:pt x="13723" y="19"/>
                    </a:lnTo>
                    <a:lnTo>
                      <a:pt x="13753" y="12"/>
                    </a:lnTo>
                    <a:lnTo>
                      <a:pt x="13784" y="7"/>
                    </a:lnTo>
                    <a:lnTo>
                      <a:pt x="13815" y="3"/>
                    </a:lnTo>
                    <a:lnTo>
                      <a:pt x="13846" y="1"/>
                    </a:lnTo>
                    <a:lnTo>
                      <a:pt x="13877" y="0"/>
                    </a:lnTo>
                    <a:lnTo>
                      <a:pt x="13908" y="1"/>
                    </a:lnTo>
                    <a:lnTo>
                      <a:pt x="13939" y="3"/>
                    </a:lnTo>
                    <a:lnTo>
                      <a:pt x="13970" y="6"/>
                    </a:lnTo>
                    <a:lnTo>
                      <a:pt x="14000" y="11"/>
                    </a:lnTo>
                    <a:lnTo>
                      <a:pt x="14031" y="18"/>
                    </a:lnTo>
                    <a:lnTo>
                      <a:pt x="14062" y="26"/>
                    </a:lnTo>
                    <a:lnTo>
                      <a:pt x="14091" y="35"/>
                    </a:lnTo>
                    <a:lnTo>
                      <a:pt x="14120" y="46"/>
                    </a:lnTo>
                    <a:lnTo>
                      <a:pt x="14149" y="58"/>
                    </a:lnTo>
                    <a:lnTo>
                      <a:pt x="14178" y="73"/>
                    </a:lnTo>
                    <a:lnTo>
                      <a:pt x="14206" y="88"/>
                    </a:lnTo>
                    <a:lnTo>
                      <a:pt x="14233" y="105"/>
                    </a:lnTo>
                    <a:lnTo>
                      <a:pt x="14259" y="123"/>
                    </a:lnTo>
                    <a:lnTo>
                      <a:pt x="14285" y="143"/>
                    </a:lnTo>
                    <a:lnTo>
                      <a:pt x="14310" y="164"/>
                    </a:lnTo>
                    <a:lnTo>
                      <a:pt x="14334" y="186"/>
                    </a:lnTo>
                    <a:lnTo>
                      <a:pt x="15938" y="1780"/>
                    </a:lnTo>
                    <a:lnTo>
                      <a:pt x="15962" y="1804"/>
                    </a:lnTo>
                    <a:lnTo>
                      <a:pt x="15983" y="1829"/>
                    </a:lnTo>
                    <a:lnTo>
                      <a:pt x="16003" y="1855"/>
                    </a:lnTo>
                    <a:lnTo>
                      <a:pt x="16021" y="1881"/>
                    </a:lnTo>
                    <a:lnTo>
                      <a:pt x="16038" y="1908"/>
                    </a:lnTo>
                    <a:lnTo>
                      <a:pt x="16053" y="1935"/>
                    </a:lnTo>
                    <a:lnTo>
                      <a:pt x="16068" y="1964"/>
                    </a:lnTo>
                    <a:lnTo>
                      <a:pt x="16081" y="1993"/>
                    </a:lnTo>
                    <a:lnTo>
                      <a:pt x="16092" y="2022"/>
                    </a:lnTo>
                    <a:lnTo>
                      <a:pt x="16101" y="2051"/>
                    </a:lnTo>
                    <a:lnTo>
                      <a:pt x="16109" y="2082"/>
                    </a:lnTo>
                    <a:lnTo>
                      <a:pt x="16116" y="2112"/>
                    </a:lnTo>
                    <a:lnTo>
                      <a:pt x="16121" y="2143"/>
                    </a:lnTo>
                    <a:lnTo>
                      <a:pt x="16125" y="2173"/>
                    </a:lnTo>
                    <a:lnTo>
                      <a:pt x="16127" y="2205"/>
                    </a:lnTo>
                    <a:lnTo>
                      <a:pt x="16128" y="2236"/>
                    </a:lnTo>
                    <a:lnTo>
                      <a:pt x="16127" y="2266"/>
                    </a:lnTo>
                    <a:lnTo>
                      <a:pt x="16125" y="2297"/>
                    </a:lnTo>
                    <a:lnTo>
                      <a:pt x="16122" y="2328"/>
                    </a:lnTo>
                    <a:lnTo>
                      <a:pt x="16117" y="2359"/>
                    </a:lnTo>
                    <a:lnTo>
                      <a:pt x="16110" y="2389"/>
                    </a:lnTo>
                    <a:lnTo>
                      <a:pt x="16102" y="2419"/>
                    </a:lnTo>
                    <a:lnTo>
                      <a:pt x="16093" y="2449"/>
                    </a:lnTo>
                    <a:lnTo>
                      <a:pt x="16082" y="2478"/>
                    </a:lnTo>
                    <a:lnTo>
                      <a:pt x="16069" y="2507"/>
                    </a:lnTo>
                    <a:lnTo>
                      <a:pt x="16055" y="2535"/>
                    </a:lnTo>
                    <a:lnTo>
                      <a:pt x="16039" y="2564"/>
                    </a:lnTo>
                    <a:lnTo>
                      <a:pt x="16023" y="2591"/>
                    </a:lnTo>
                    <a:lnTo>
                      <a:pt x="16004" y="2617"/>
                    </a:lnTo>
                    <a:lnTo>
                      <a:pt x="15985" y="2642"/>
                    </a:lnTo>
                    <a:lnTo>
                      <a:pt x="15964" y="2667"/>
                    </a:lnTo>
                    <a:lnTo>
                      <a:pt x="15941" y="2692"/>
                    </a:lnTo>
                    <a:lnTo>
                      <a:pt x="7238" y="11415"/>
                    </a:lnTo>
                    <a:lnTo>
                      <a:pt x="7214" y="11439"/>
                    </a:lnTo>
                    <a:lnTo>
                      <a:pt x="7188" y="11462"/>
                    </a:lnTo>
                    <a:lnTo>
                      <a:pt x="7162" y="11485"/>
                    </a:lnTo>
                    <a:lnTo>
                      <a:pt x="7134" y="11507"/>
                    </a:lnTo>
                    <a:lnTo>
                      <a:pt x="7104" y="11529"/>
                    </a:lnTo>
                    <a:lnTo>
                      <a:pt x="7074" y="11550"/>
                    </a:lnTo>
                    <a:lnTo>
                      <a:pt x="7043" y="11572"/>
                    </a:lnTo>
                    <a:lnTo>
                      <a:pt x="7011" y="11593"/>
                    </a:lnTo>
                    <a:lnTo>
                      <a:pt x="6977" y="11613"/>
                    </a:lnTo>
                    <a:lnTo>
                      <a:pt x="6943" y="11632"/>
                    </a:lnTo>
                    <a:lnTo>
                      <a:pt x="6909" y="11651"/>
                    </a:lnTo>
                    <a:lnTo>
                      <a:pt x="6874" y="11670"/>
                    </a:lnTo>
                    <a:lnTo>
                      <a:pt x="6837" y="11688"/>
                    </a:lnTo>
                    <a:lnTo>
                      <a:pt x="6801" y="11706"/>
                    </a:lnTo>
                    <a:lnTo>
                      <a:pt x="6765" y="11722"/>
                    </a:lnTo>
                    <a:lnTo>
                      <a:pt x="6727" y="11738"/>
                    </a:lnTo>
                    <a:lnTo>
                      <a:pt x="6689" y="11753"/>
                    </a:lnTo>
                    <a:lnTo>
                      <a:pt x="6652" y="11767"/>
                    </a:lnTo>
                    <a:lnTo>
                      <a:pt x="6613" y="11781"/>
                    </a:lnTo>
                    <a:lnTo>
                      <a:pt x="6576" y="11793"/>
                    </a:lnTo>
                    <a:lnTo>
                      <a:pt x="6538" y="11805"/>
                    </a:lnTo>
                    <a:lnTo>
                      <a:pt x="6500" y="11817"/>
                    </a:lnTo>
                    <a:lnTo>
                      <a:pt x="6461" y="11827"/>
                    </a:lnTo>
                    <a:lnTo>
                      <a:pt x="6424" y="11836"/>
                    </a:lnTo>
                    <a:lnTo>
                      <a:pt x="6387" y="11844"/>
                    </a:lnTo>
                    <a:lnTo>
                      <a:pt x="6349" y="11852"/>
                    </a:lnTo>
                    <a:lnTo>
                      <a:pt x="6313" y="11858"/>
                    </a:lnTo>
                    <a:lnTo>
                      <a:pt x="6277" y="11863"/>
                    </a:lnTo>
                    <a:lnTo>
                      <a:pt x="6241" y="11867"/>
                    </a:lnTo>
                    <a:lnTo>
                      <a:pt x="6205" y="11870"/>
                    </a:lnTo>
                    <a:lnTo>
                      <a:pt x="6171" y="11871"/>
                    </a:lnTo>
                    <a:lnTo>
                      <a:pt x="6138" y="11872"/>
                    </a:lnTo>
                    <a:lnTo>
                      <a:pt x="5386" y="11872"/>
                    </a:lnTo>
                    <a:lnTo>
                      <a:pt x="5352" y="11871"/>
                    </a:lnTo>
                    <a:lnTo>
                      <a:pt x="5318" y="11870"/>
                    </a:lnTo>
                    <a:lnTo>
                      <a:pt x="5283" y="11867"/>
                    </a:lnTo>
                    <a:lnTo>
                      <a:pt x="5247" y="11863"/>
                    </a:lnTo>
                    <a:lnTo>
                      <a:pt x="5210" y="11858"/>
                    </a:lnTo>
                    <a:lnTo>
                      <a:pt x="5174" y="11851"/>
                    </a:lnTo>
                    <a:lnTo>
                      <a:pt x="5137" y="11844"/>
                    </a:lnTo>
                    <a:lnTo>
                      <a:pt x="5099" y="11836"/>
                    </a:lnTo>
                    <a:lnTo>
                      <a:pt x="5062" y="11827"/>
                    </a:lnTo>
                    <a:lnTo>
                      <a:pt x="5024" y="11817"/>
                    </a:lnTo>
                    <a:lnTo>
                      <a:pt x="4986" y="11805"/>
                    </a:lnTo>
                    <a:lnTo>
                      <a:pt x="4948" y="11793"/>
                    </a:lnTo>
                    <a:lnTo>
                      <a:pt x="4910" y="11780"/>
                    </a:lnTo>
                    <a:lnTo>
                      <a:pt x="4872" y="11767"/>
                    </a:lnTo>
                    <a:lnTo>
                      <a:pt x="4834" y="11753"/>
                    </a:lnTo>
                    <a:lnTo>
                      <a:pt x="4796" y="11738"/>
                    </a:lnTo>
                    <a:lnTo>
                      <a:pt x="4760" y="11722"/>
                    </a:lnTo>
                    <a:lnTo>
                      <a:pt x="4722" y="11705"/>
                    </a:lnTo>
                    <a:lnTo>
                      <a:pt x="4686" y="11688"/>
                    </a:lnTo>
                    <a:lnTo>
                      <a:pt x="4650" y="11669"/>
                    </a:lnTo>
                    <a:lnTo>
                      <a:pt x="4615" y="11651"/>
                    </a:lnTo>
                    <a:lnTo>
                      <a:pt x="4580" y="11632"/>
                    </a:lnTo>
                    <a:lnTo>
                      <a:pt x="4546" y="11612"/>
                    </a:lnTo>
                    <a:lnTo>
                      <a:pt x="4513" y="11592"/>
                    </a:lnTo>
                    <a:lnTo>
                      <a:pt x="4481" y="11572"/>
                    </a:lnTo>
                    <a:lnTo>
                      <a:pt x="4449" y="11550"/>
                    </a:lnTo>
                    <a:lnTo>
                      <a:pt x="4419" y="11528"/>
                    </a:lnTo>
                    <a:lnTo>
                      <a:pt x="4390" y="11506"/>
                    </a:lnTo>
                    <a:lnTo>
                      <a:pt x="4363" y="11484"/>
                    </a:lnTo>
                    <a:lnTo>
                      <a:pt x="4335" y="11462"/>
                    </a:lnTo>
                    <a:lnTo>
                      <a:pt x="4310" y="11439"/>
                    </a:lnTo>
                    <a:lnTo>
                      <a:pt x="4286" y="11414"/>
                    </a:lnTo>
                    <a:lnTo>
                      <a:pt x="187" y="7297"/>
                    </a:lnTo>
                    <a:close/>
                  </a:path>
                </a:pathLst>
              </a:custGeom>
              <a:gradFill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0"/>
              </a:gradFill>
              <a:ln w="19050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gradFill flip="none" rotWithShape="1">
                    <a:gsLst>
                      <a:gs pos="0">
                        <a:srgbClr val="00B5EF"/>
                      </a:gs>
                      <a:gs pos="100000">
                        <a:srgbClr val="FF59A3"/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Poppins Light" panose="02000000000000000000" pitchFamily="2" charset="0"/>
                  <a:ea typeface="Open Sans" panose="020B0606030504020204" pitchFamily="34" charset="0"/>
                  <a:cs typeface="Poppins Light" panose="02000000000000000000" pitchFamily="2" charset="0"/>
                </a:endParaRPr>
              </a:p>
            </p:txBody>
          </p:sp>
          <p:sp>
            <p:nvSpPr>
              <p:cNvPr id="77" name="Объект 20">
                <a:extLst>
                  <a:ext uri="{FF2B5EF4-FFF2-40B4-BE49-F238E27FC236}">
                    <a16:creationId xmlns:a16="http://schemas.microsoft.com/office/drawing/2014/main" id="{3876CCE5-877F-E18F-17C6-C42592C45B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9776" y="2942552"/>
                <a:ext cx="2159820" cy="53374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Отсутствие продукта  видеонаблюдение для абонентов </a:t>
                </a:r>
              </a:p>
            </p:txBody>
          </p:sp>
        </p:grp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7074930F-F789-4084-B045-0C62AF94A32D}"/>
                </a:ext>
              </a:extLst>
            </p:cNvPr>
            <p:cNvGrpSpPr/>
            <p:nvPr/>
          </p:nvGrpSpPr>
          <p:grpSpPr>
            <a:xfrm>
              <a:off x="1028048" y="4137370"/>
              <a:ext cx="2256583" cy="1473382"/>
              <a:chOff x="1038208" y="3578829"/>
              <a:chExt cx="2256583" cy="1473382"/>
            </a:xfrm>
          </p:grpSpPr>
          <p:sp>
            <p:nvSpPr>
              <p:cNvPr id="74" name="Freeform 229">
                <a:extLst>
                  <a:ext uri="{FF2B5EF4-FFF2-40B4-BE49-F238E27FC236}">
                    <a16:creationId xmlns:a16="http://schemas.microsoft.com/office/drawing/2014/main" id="{F293133D-4B8B-4CEE-B9BC-2B15F84ED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208" y="3578829"/>
                <a:ext cx="197678" cy="135731"/>
              </a:xfrm>
              <a:custGeom>
                <a:avLst/>
                <a:gdLst>
                  <a:gd name="T0" fmla="*/ 124 w 16128"/>
                  <a:gd name="T1" fmla="*/ 7223 h 11872"/>
                  <a:gd name="T2" fmla="*/ 59 w 16128"/>
                  <a:gd name="T3" fmla="*/ 7113 h 11872"/>
                  <a:gd name="T4" fmla="*/ 18 w 16128"/>
                  <a:gd name="T5" fmla="*/ 6994 h 11872"/>
                  <a:gd name="T6" fmla="*/ 1 w 16128"/>
                  <a:gd name="T7" fmla="*/ 6871 h 11872"/>
                  <a:gd name="T8" fmla="*/ 7 w 16128"/>
                  <a:gd name="T9" fmla="*/ 6747 h 11872"/>
                  <a:gd name="T10" fmla="*/ 36 w 16128"/>
                  <a:gd name="T11" fmla="*/ 6626 h 11872"/>
                  <a:gd name="T12" fmla="*/ 90 w 16128"/>
                  <a:gd name="T13" fmla="*/ 6512 h 11872"/>
                  <a:gd name="T14" fmla="*/ 165 w 16128"/>
                  <a:gd name="T15" fmla="*/ 6408 h 11872"/>
                  <a:gd name="T16" fmla="*/ 1850 w 16128"/>
                  <a:gd name="T17" fmla="*/ 4727 h 11872"/>
                  <a:gd name="T18" fmla="*/ 1957 w 16128"/>
                  <a:gd name="T19" fmla="*/ 4656 h 11872"/>
                  <a:gd name="T20" fmla="*/ 2073 w 16128"/>
                  <a:gd name="T21" fmla="*/ 4609 h 11872"/>
                  <a:gd name="T22" fmla="*/ 2195 w 16128"/>
                  <a:gd name="T23" fmla="*/ 4586 h 11872"/>
                  <a:gd name="T24" fmla="*/ 2319 w 16128"/>
                  <a:gd name="T25" fmla="*/ 4586 h 11872"/>
                  <a:gd name="T26" fmla="*/ 2441 w 16128"/>
                  <a:gd name="T27" fmla="*/ 4609 h 11872"/>
                  <a:gd name="T28" fmla="*/ 2558 w 16128"/>
                  <a:gd name="T29" fmla="*/ 4656 h 11872"/>
                  <a:gd name="T30" fmla="*/ 2665 w 16128"/>
                  <a:gd name="T31" fmla="*/ 4727 h 11872"/>
                  <a:gd name="T32" fmla="*/ 5357 w 16128"/>
                  <a:gd name="T33" fmla="*/ 7406 h 11872"/>
                  <a:gd name="T34" fmla="*/ 5460 w 16128"/>
                  <a:gd name="T35" fmla="*/ 7483 h 11872"/>
                  <a:gd name="T36" fmla="*/ 5575 w 16128"/>
                  <a:gd name="T37" fmla="*/ 7535 h 11872"/>
                  <a:gd name="T38" fmla="*/ 5696 w 16128"/>
                  <a:gd name="T39" fmla="*/ 7565 h 11872"/>
                  <a:gd name="T40" fmla="*/ 5819 w 16128"/>
                  <a:gd name="T41" fmla="*/ 7571 h 11872"/>
                  <a:gd name="T42" fmla="*/ 5942 w 16128"/>
                  <a:gd name="T43" fmla="*/ 7552 h 11872"/>
                  <a:gd name="T44" fmla="*/ 6060 w 16128"/>
                  <a:gd name="T45" fmla="*/ 7512 h 11872"/>
                  <a:gd name="T46" fmla="*/ 6170 w 16128"/>
                  <a:gd name="T47" fmla="*/ 7447 h 11872"/>
                  <a:gd name="T48" fmla="*/ 13421 w 16128"/>
                  <a:gd name="T49" fmla="*/ 190 h 11872"/>
                  <a:gd name="T50" fmla="*/ 13521 w 16128"/>
                  <a:gd name="T51" fmla="*/ 107 h 11872"/>
                  <a:gd name="T52" fmla="*/ 13634 w 16128"/>
                  <a:gd name="T53" fmla="*/ 47 h 11872"/>
                  <a:gd name="T54" fmla="*/ 13753 w 16128"/>
                  <a:gd name="T55" fmla="*/ 12 h 11872"/>
                  <a:gd name="T56" fmla="*/ 13877 w 16128"/>
                  <a:gd name="T57" fmla="*/ 0 h 11872"/>
                  <a:gd name="T58" fmla="*/ 14000 w 16128"/>
                  <a:gd name="T59" fmla="*/ 11 h 11872"/>
                  <a:gd name="T60" fmla="*/ 14120 w 16128"/>
                  <a:gd name="T61" fmla="*/ 46 h 11872"/>
                  <a:gd name="T62" fmla="*/ 14233 w 16128"/>
                  <a:gd name="T63" fmla="*/ 105 h 11872"/>
                  <a:gd name="T64" fmla="*/ 14334 w 16128"/>
                  <a:gd name="T65" fmla="*/ 186 h 11872"/>
                  <a:gd name="T66" fmla="*/ 16003 w 16128"/>
                  <a:gd name="T67" fmla="*/ 1855 h 11872"/>
                  <a:gd name="T68" fmla="*/ 16068 w 16128"/>
                  <a:gd name="T69" fmla="*/ 1964 h 11872"/>
                  <a:gd name="T70" fmla="*/ 16109 w 16128"/>
                  <a:gd name="T71" fmla="*/ 2082 h 11872"/>
                  <a:gd name="T72" fmla="*/ 16127 w 16128"/>
                  <a:gd name="T73" fmla="*/ 2205 h 11872"/>
                  <a:gd name="T74" fmla="*/ 16122 w 16128"/>
                  <a:gd name="T75" fmla="*/ 2328 h 11872"/>
                  <a:gd name="T76" fmla="*/ 16093 w 16128"/>
                  <a:gd name="T77" fmla="*/ 2449 h 11872"/>
                  <a:gd name="T78" fmla="*/ 16039 w 16128"/>
                  <a:gd name="T79" fmla="*/ 2564 h 11872"/>
                  <a:gd name="T80" fmla="*/ 15964 w 16128"/>
                  <a:gd name="T81" fmla="*/ 2667 h 11872"/>
                  <a:gd name="T82" fmla="*/ 7188 w 16128"/>
                  <a:gd name="T83" fmla="*/ 11462 h 11872"/>
                  <a:gd name="T84" fmla="*/ 7074 w 16128"/>
                  <a:gd name="T85" fmla="*/ 11550 h 11872"/>
                  <a:gd name="T86" fmla="*/ 6943 w 16128"/>
                  <a:gd name="T87" fmla="*/ 11632 h 11872"/>
                  <a:gd name="T88" fmla="*/ 6801 w 16128"/>
                  <a:gd name="T89" fmla="*/ 11706 h 11872"/>
                  <a:gd name="T90" fmla="*/ 6652 w 16128"/>
                  <a:gd name="T91" fmla="*/ 11767 h 11872"/>
                  <a:gd name="T92" fmla="*/ 6500 w 16128"/>
                  <a:gd name="T93" fmla="*/ 11817 h 11872"/>
                  <a:gd name="T94" fmla="*/ 6349 w 16128"/>
                  <a:gd name="T95" fmla="*/ 11852 h 11872"/>
                  <a:gd name="T96" fmla="*/ 6205 w 16128"/>
                  <a:gd name="T97" fmla="*/ 11870 h 11872"/>
                  <a:gd name="T98" fmla="*/ 5352 w 16128"/>
                  <a:gd name="T99" fmla="*/ 11871 h 11872"/>
                  <a:gd name="T100" fmla="*/ 5210 w 16128"/>
                  <a:gd name="T101" fmla="*/ 11858 h 11872"/>
                  <a:gd name="T102" fmla="*/ 5062 w 16128"/>
                  <a:gd name="T103" fmla="*/ 11827 h 11872"/>
                  <a:gd name="T104" fmla="*/ 4910 w 16128"/>
                  <a:gd name="T105" fmla="*/ 11780 h 11872"/>
                  <a:gd name="T106" fmla="*/ 4760 w 16128"/>
                  <a:gd name="T107" fmla="*/ 11722 h 11872"/>
                  <a:gd name="T108" fmla="*/ 4615 w 16128"/>
                  <a:gd name="T109" fmla="*/ 11651 h 11872"/>
                  <a:gd name="T110" fmla="*/ 4481 w 16128"/>
                  <a:gd name="T111" fmla="*/ 11572 h 11872"/>
                  <a:gd name="T112" fmla="*/ 4363 w 16128"/>
                  <a:gd name="T113" fmla="*/ 11484 h 11872"/>
                  <a:gd name="T114" fmla="*/ 187 w 16128"/>
                  <a:gd name="T115" fmla="*/ 7297 h 11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128" h="11872">
                    <a:moveTo>
                      <a:pt x="187" y="7297"/>
                    </a:moveTo>
                    <a:lnTo>
                      <a:pt x="164" y="7273"/>
                    </a:lnTo>
                    <a:lnTo>
                      <a:pt x="143" y="7248"/>
                    </a:lnTo>
                    <a:lnTo>
                      <a:pt x="124" y="7223"/>
                    </a:lnTo>
                    <a:lnTo>
                      <a:pt x="106" y="7196"/>
                    </a:lnTo>
                    <a:lnTo>
                      <a:pt x="89" y="7168"/>
                    </a:lnTo>
                    <a:lnTo>
                      <a:pt x="74" y="7141"/>
                    </a:lnTo>
                    <a:lnTo>
                      <a:pt x="59" y="7113"/>
                    </a:lnTo>
                    <a:lnTo>
                      <a:pt x="46" y="7084"/>
                    </a:lnTo>
                    <a:lnTo>
                      <a:pt x="35" y="7054"/>
                    </a:lnTo>
                    <a:lnTo>
                      <a:pt x="26" y="7024"/>
                    </a:lnTo>
                    <a:lnTo>
                      <a:pt x="18" y="6994"/>
                    </a:lnTo>
                    <a:lnTo>
                      <a:pt x="12" y="6964"/>
                    </a:lnTo>
                    <a:lnTo>
                      <a:pt x="6" y="6933"/>
                    </a:lnTo>
                    <a:lnTo>
                      <a:pt x="3" y="6902"/>
                    </a:lnTo>
                    <a:lnTo>
                      <a:pt x="1" y="6871"/>
                    </a:lnTo>
                    <a:lnTo>
                      <a:pt x="0" y="6841"/>
                    </a:lnTo>
                    <a:lnTo>
                      <a:pt x="1" y="6809"/>
                    </a:lnTo>
                    <a:lnTo>
                      <a:pt x="3" y="6778"/>
                    </a:lnTo>
                    <a:lnTo>
                      <a:pt x="7" y="6747"/>
                    </a:lnTo>
                    <a:lnTo>
                      <a:pt x="12" y="6717"/>
                    </a:lnTo>
                    <a:lnTo>
                      <a:pt x="18" y="6687"/>
                    </a:lnTo>
                    <a:lnTo>
                      <a:pt x="26" y="6656"/>
                    </a:lnTo>
                    <a:lnTo>
                      <a:pt x="36" y="6626"/>
                    </a:lnTo>
                    <a:lnTo>
                      <a:pt x="47" y="6597"/>
                    </a:lnTo>
                    <a:lnTo>
                      <a:pt x="59" y="6569"/>
                    </a:lnTo>
                    <a:lnTo>
                      <a:pt x="74" y="6539"/>
                    </a:lnTo>
                    <a:lnTo>
                      <a:pt x="90" y="6512"/>
                    </a:lnTo>
                    <a:lnTo>
                      <a:pt x="106" y="6485"/>
                    </a:lnTo>
                    <a:lnTo>
                      <a:pt x="125" y="6459"/>
                    </a:lnTo>
                    <a:lnTo>
                      <a:pt x="144" y="6432"/>
                    </a:lnTo>
                    <a:lnTo>
                      <a:pt x="165" y="6408"/>
                    </a:lnTo>
                    <a:lnTo>
                      <a:pt x="188" y="6384"/>
                    </a:lnTo>
                    <a:lnTo>
                      <a:pt x="1801" y="4771"/>
                    </a:lnTo>
                    <a:lnTo>
                      <a:pt x="1824" y="4748"/>
                    </a:lnTo>
                    <a:lnTo>
                      <a:pt x="1850" y="4727"/>
                    </a:lnTo>
                    <a:lnTo>
                      <a:pt x="1876" y="4707"/>
                    </a:lnTo>
                    <a:lnTo>
                      <a:pt x="1902" y="4689"/>
                    </a:lnTo>
                    <a:lnTo>
                      <a:pt x="1929" y="4671"/>
                    </a:lnTo>
                    <a:lnTo>
                      <a:pt x="1957" y="4656"/>
                    </a:lnTo>
                    <a:lnTo>
                      <a:pt x="1985" y="4642"/>
                    </a:lnTo>
                    <a:lnTo>
                      <a:pt x="2014" y="4630"/>
                    </a:lnTo>
                    <a:lnTo>
                      <a:pt x="2043" y="4619"/>
                    </a:lnTo>
                    <a:lnTo>
                      <a:pt x="2073" y="4609"/>
                    </a:lnTo>
                    <a:lnTo>
                      <a:pt x="2104" y="4601"/>
                    </a:lnTo>
                    <a:lnTo>
                      <a:pt x="2134" y="4595"/>
                    </a:lnTo>
                    <a:lnTo>
                      <a:pt x="2164" y="4590"/>
                    </a:lnTo>
                    <a:lnTo>
                      <a:pt x="2195" y="4586"/>
                    </a:lnTo>
                    <a:lnTo>
                      <a:pt x="2227" y="4584"/>
                    </a:lnTo>
                    <a:lnTo>
                      <a:pt x="2257" y="4583"/>
                    </a:lnTo>
                    <a:lnTo>
                      <a:pt x="2288" y="4584"/>
                    </a:lnTo>
                    <a:lnTo>
                      <a:pt x="2319" y="4586"/>
                    </a:lnTo>
                    <a:lnTo>
                      <a:pt x="2350" y="4590"/>
                    </a:lnTo>
                    <a:lnTo>
                      <a:pt x="2381" y="4595"/>
                    </a:lnTo>
                    <a:lnTo>
                      <a:pt x="2411" y="4601"/>
                    </a:lnTo>
                    <a:lnTo>
                      <a:pt x="2441" y="4609"/>
                    </a:lnTo>
                    <a:lnTo>
                      <a:pt x="2472" y="4619"/>
                    </a:lnTo>
                    <a:lnTo>
                      <a:pt x="2501" y="4630"/>
                    </a:lnTo>
                    <a:lnTo>
                      <a:pt x="2529" y="4642"/>
                    </a:lnTo>
                    <a:lnTo>
                      <a:pt x="2558" y="4656"/>
                    </a:lnTo>
                    <a:lnTo>
                      <a:pt x="2586" y="4671"/>
                    </a:lnTo>
                    <a:lnTo>
                      <a:pt x="2613" y="4689"/>
                    </a:lnTo>
                    <a:lnTo>
                      <a:pt x="2639" y="4707"/>
                    </a:lnTo>
                    <a:lnTo>
                      <a:pt x="2665" y="4727"/>
                    </a:lnTo>
                    <a:lnTo>
                      <a:pt x="2689" y="4748"/>
                    </a:lnTo>
                    <a:lnTo>
                      <a:pt x="2714" y="4770"/>
                    </a:lnTo>
                    <a:lnTo>
                      <a:pt x="5332" y="7384"/>
                    </a:lnTo>
                    <a:lnTo>
                      <a:pt x="5357" y="7406"/>
                    </a:lnTo>
                    <a:lnTo>
                      <a:pt x="5382" y="7427"/>
                    </a:lnTo>
                    <a:lnTo>
                      <a:pt x="5407" y="7448"/>
                    </a:lnTo>
                    <a:lnTo>
                      <a:pt x="5433" y="7466"/>
                    </a:lnTo>
                    <a:lnTo>
                      <a:pt x="5460" y="7483"/>
                    </a:lnTo>
                    <a:lnTo>
                      <a:pt x="5489" y="7498"/>
                    </a:lnTo>
                    <a:lnTo>
                      <a:pt x="5517" y="7512"/>
                    </a:lnTo>
                    <a:lnTo>
                      <a:pt x="5546" y="7524"/>
                    </a:lnTo>
                    <a:lnTo>
                      <a:pt x="5575" y="7535"/>
                    </a:lnTo>
                    <a:lnTo>
                      <a:pt x="5604" y="7545"/>
                    </a:lnTo>
                    <a:lnTo>
                      <a:pt x="5635" y="7553"/>
                    </a:lnTo>
                    <a:lnTo>
                      <a:pt x="5665" y="7559"/>
                    </a:lnTo>
                    <a:lnTo>
                      <a:pt x="5696" y="7565"/>
                    </a:lnTo>
                    <a:lnTo>
                      <a:pt x="5726" y="7569"/>
                    </a:lnTo>
                    <a:lnTo>
                      <a:pt x="5758" y="7571"/>
                    </a:lnTo>
                    <a:lnTo>
                      <a:pt x="5789" y="7572"/>
                    </a:lnTo>
                    <a:lnTo>
                      <a:pt x="5819" y="7571"/>
                    </a:lnTo>
                    <a:lnTo>
                      <a:pt x="5850" y="7569"/>
                    </a:lnTo>
                    <a:lnTo>
                      <a:pt x="5882" y="7565"/>
                    </a:lnTo>
                    <a:lnTo>
                      <a:pt x="5912" y="7559"/>
                    </a:lnTo>
                    <a:lnTo>
                      <a:pt x="5942" y="7552"/>
                    </a:lnTo>
                    <a:lnTo>
                      <a:pt x="5972" y="7544"/>
                    </a:lnTo>
                    <a:lnTo>
                      <a:pt x="6003" y="7535"/>
                    </a:lnTo>
                    <a:lnTo>
                      <a:pt x="6032" y="7524"/>
                    </a:lnTo>
                    <a:lnTo>
                      <a:pt x="6060" y="7512"/>
                    </a:lnTo>
                    <a:lnTo>
                      <a:pt x="6089" y="7498"/>
                    </a:lnTo>
                    <a:lnTo>
                      <a:pt x="6117" y="7482"/>
                    </a:lnTo>
                    <a:lnTo>
                      <a:pt x="6144" y="7465"/>
                    </a:lnTo>
                    <a:lnTo>
                      <a:pt x="6170" y="7447"/>
                    </a:lnTo>
                    <a:lnTo>
                      <a:pt x="6196" y="7426"/>
                    </a:lnTo>
                    <a:lnTo>
                      <a:pt x="6220" y="7405"/>
                    </a:lnTo>
                    <a:lnTo>
                      <a:pt x="6245" y="7383"/>
                    </a:lnTo>
                    <a:lnTo>
                      <a:pt x="13421" y="190"/>
                    </a:lnTo>
                    <a:lnTo>
                      <a:pt x="13445" y="166"/>
                    </a:lnTo>
                    <a:lnTo>
                      <a:pt x="13470" y="145"/>
                    </a:lnTo>
                    <a:lnTo>
                      <a:pt x="13495" y="125"/>
                    </a:lnTo>
                    <a:lnTo>
                      <a:pt x="13521" y="107"/>
                    </a:lnTo>
                    <a:lnTo>
                      <a:pt x="13549" y="90"/>
                    </a:lnTo>
                    <a:lnTo>
                      <a:pt x="13577" y="75"/>
                    </a:lnTo>
                    <a:lnTo>
                      <a:pt x="13605" y="60"/>
                    </a:lnTo>
                    <a:lnTo>
                      <a:pt x="13634" y="47"/>
                    </a:lnTo>
                    <a:lnTo>
                      <a:pt x="13663" y="36"/>
                    </a:lnTo>
                    <a:lnTo>
                      <a:pt x="13693" y="27"/>
                    </a:lnTo>
                    <a:lnTo>
                      <a:pt x="13723" y="19"/>
                    </a:lnTo>
                    <a:lnTo>
                      <a:pt x="13753" y="12"/>
                    </a:lnTo>
                    <a:lnTo>
                      <a:pt x="13784" y="7"/>
                    </a:lnTo>
                    <a:lnTo>
                      <a:pt x="13815" y="3"/>
                    </a:lnTo>
                    <a:lnTo>
                      <a:pt x="13846" y="1"/>
                    </a:lnTo>
                    <a:lnTo>
                      <a:pt x="13877" y="0"/>
                    </a:lnTo>
                    <a:lnTo>
                      <a:pt x="13908" y="1"/>
                    </a:lnTo>
                    <a:lnTo>
                      <a:pt x="13939" y="3"/>
                    </a:lnTo>
                    <a:lnTo>
                      <a:pt x="13970" y="6"/>
                    </a:lnTo>
                    <a:lnTo>
                      <a:pt x="14000" y="11"/>
                    </a:lnTo>
                    <a:lnTo>
                      <a:pt x="14031" y="18"/>
                    </a:lnTo>
                    <a:lnTo>
                      <a:pt x="14062" y="26"/>
                    </a:lnTo>
                    <a:lnTo>
                      <a:pt x="14091" y="35"/>
                    </a:lnTo>
                    <a:lnTo>
                      <a:pt x="14120" y="46"/>
                    </a:lnTo>
                    <a:lnTo>
                      <a:pt x="14149" y="58"/>
                    </a:lnTo>
                    <a:lnTo>
                      <a:pt x="14178" y="73"/>
                    </a:lnTo>
                    <a:lnTo>
                      <a:pt x="14206" y="88"/>
                    </a:lnTo>
                    <a:lnTo>
                      <a:pt x="14233" y="105"/>
                    </a:lnTo>
                    <a:lnTo>
                      <a:pt x="14259" y="123"/>
                    </a:lnTo>
                    <a:lnTo>
                      <a:pt x="14285" y="143"/>
                    </a:lnTo>
                    <a:lnTo>
                      <a:pt x="14310" y="164"/>
                    </a:lnTo>
                    <a:lnTo>
                      <a:pt x="14334" y="186"/>
                    </a:lnTo>
                    <a:lnTo>
                      <a:pt x="15938" y="1780"/>
                    </a:lnTo>
                    <a:lnTo>
                      <a:pt x="15962" y="1804"/>
                    </a:lnTo>
                    <a:lnTo>
                      <a:pt x="15983" y="1829"/>
                    </a:lnTo>
                    <a:lnTo>
                      <a:pt x="16003" y="1855"/>
                    </a:lnTo>
                    <a:lnTo>
                      <a:pt x="16021" y="1881"/>
                    </a:lnTo>
                    <a:lnTo>
                      <a:pt x="16038" y="1908"/>
                    </a:lnTo>
                    <a:lnTo>
                      <a:pt x="16053" y="1935"/>
                    </a:lnTo>
                    <a:lnTo>
                      <a:pt x="16068" y="1964"/>
                    </a:lnTo>
                    <a:lnTo>
                      <a:pt x="16081" y="1993"/>
                    </a:lnTo>
                    <a:lnTo>
                      <a:pt x="16092" y="2022"/>
                    </a:lnTo>
                    <a:lnTo>
                      <a:pt x="16101" y="2051"/>
                    </a:lnTo>
                    <a:lnTo>
                      <a:pt x="16109" y="2082"/>
                    </a:lnTo>
                    <a:lnTo>
                      <a:pt x="16116" y="2112"/>
                    </a:lnTo>
                    <a:lnTo>
                      <a:pt x="16121" y="2143"/>
                    </a:lnTo>
                    <a:lnTo>
                      <a:pt x="16125" y="2173"/>
                    </a:lnTo>
                    <a:lnTo>
                      <a:pt x="16127" y="2205"/>
                    </a:lnTo>
                    <a:lnTo>
                      <a:pt x="16128" y="2236"/>
                    </a:lnTo>
                    <a:lnTo>
                      <a:pt x="16127" y="2266"/>
                    </a:lnTo>
                    <a:lnTo>
                      <a:pt x="16125" y="2297"/>
                    </a:lnTo>
                    <a:lnTo>
                      <a:pt x="16122" y="2328"/>
                    </a:lnTo>
                    <a:lnTo>
                      <a:pt x="16117" y="2359"/>
                    </a:lnTo>
                    <a:lnTo>
                      <a:pt x="16110" y="2389"/>
                    </a:lnTo>
                    <a:lnTo>
                      <a:pt x="16102" y="2419"/>
                    </a:lnTo>
                    <a:lnTo>
                      <a:pt x="16093" y="2449"/>
                    </a:lnTo>
                    <a:lnTo>
                      <a:pt x="16082" y="2478"/>
                    </a:lnTo>
                    <a:lnTo>
                      <a:pt x="16069" y="2507"/>
                    </a:lnTo>
                    <a:lnTo>
                      <a:pt x="16055" y="2535"/>
                    </a:lnTo>
                    <a:lnTo>
                      <a:pt x="16039" y="2564"/>
                    </a:lnTo>
                    <a:lnTo>
                      <a:pt x="16023" y="2591"/>
                    </a:lnTo>
                    <a:lnTo>
                      <a:pt x="16004" y="2617"/>
                    </a:lnTo>
                    <a:lnTo>
                      <a:pt x="15985" y="2642"/>
                    </a:lnTo>
                    <a:lnTo>
                      <a:pt x="15964" y="2667"/>
                    </a:lnTo>
                    <a:lnTo>
                      <a:pt x="15941" y="2692"/>
                    </a:lnTo>
                    <a:lnTo>
                      <a:pt x="7238" y="11415"/>
                    </a:lnTo>
                    <a:lnTo>
                      <a:pt x="7214" y="11439"/>
                    </a:lnTo>
                    <a:lnTo>
                      <a:pt x="7188" y="11462"/>
                    </a:lnTo>
                    <a:lnTo>
                      <a:pt x="7162" y="11485"/>
                    </a:lnTo>
                    <a:lnTo>
                      <a:pt x="7134" y="11507"/>
                    </a:lnTo>
                    <a:lnTo>
                      <a:pt x="7104" y="11529"/>
                    </a:lnTo>
                    <a:lnTo>
                      <a:pt x="7074" y="11550"/>
                    </a:lnTo>
                    <a:lnTo>
                      <a:pt x="7043" y="11572"/>
                    </a:lnTo>
                    <a:lnTo>
                      <a:pt x="7011" y="11593"/>
                    </a:lnTo>
                    <a:lnTo>
                      <a:pt x="6977" y="11613"/>
                    </a:lnTo>
                    <a:lnTo>
                      <a:pt x="6943" y="11632"/>
                    </a:lnTo>
                    <a:lnTo>
                      <a:pt x="6909" y="11651"/>
                    </a:lnTo>
                    <a:lnTo>
                      <a:pt x="6874" y="11670"/>
                    </a:lnTo>
                    <a:lnTo>
                      <a:pt x="6837" y="11688"/>
                    </a:lnTo>
                    <a:lnTo>
                      <a:pt x="6801" y="11706"/>
                    </a:lnTo>
                    <a:lnTo>
                      <a:pt x="6765" y="11722"/>
                    </a:lnTo>
                    <a:lnTo>
                      <a:pt x="6727" y="11738"/>
                    </a:lnTo>
                    <a:lnTo>
                      <a:pt x="6689" y="11753"/>
                    </a:lnTo>
                    <a:lnTo>
                      <a:pt x="6652" y="11767"/>
                    </a:lnTo>
                    <a:lnTo>
                      <a:pt x="6613" y="11781"/>
                    </a:lnTo>
                    <a:lnTo>
                      <a:pt x="6576" y="11793"/>
                    </a:lnTo>
                    <a:lnTo>
                      <a:pt x="6538" y="11805"/>
                    </a:lnTo>
                    <a:lnTo>
                      <a:pt x="6500" y="11817"/>
                    </a:lnTo>
                    <a:lnTo>
                      <a:pt x="6461" y="11827"/>
                    </a:lnTo>
                    <a:lnTo>
                      <a:pt x="6424" y="11836"/>
                    </a:lnTo>
                    <a:lnTo>
                      <a:pt x="6387" y="11844"/>
                    </a:lnTo>
                    <a:lnTo>
                      <a:pt x="6349" y="11852"/>
                    </a:lnTo>
                    <a:lnTo>
                      <a:pt x="6313" y="11858"/>
                    </a:lnTo>
                    <a:lnTo>
                      <a:pt x="6277" y="11863"/>
                    </a:lnTo>
                    <a:lnTo>
                      <a:pt x="6241" y="11867"/>
                    </a:lnTo>
                    <a:lnTo>
                      <a:pt x="6205" y="11870"/>
                    </a:lnTo>
                    <a:lnTo>
                      <a:pt x="6171" y="11871"/>
                    </a:lnTo>
                    <a:lnTo>
                      <a:pt x="6138" y="11872"/>
                    </a:lnTo>
                    <a:lnTo>
                      <a:pt x="5386" y="11872"/>
                    </a:lnTo>
                    <a:lnTo>
                      <a:pt x="5352" y="11871"/>
                    </a:lnTo>
                    <a:lnTo>
                      <a:pt x="5318" y="11870"/>
                    </a:lnTo>
                    <a:lnTo>
                      <a:pt x="5283" y="11867"/>
                    </a:lnTo>
                    <a:lnTo>
                      <a:pt x="5247" y="11863"/>
                    </a:lnTo>
                    <a:lnTo>
                      <a:pt x="5210" y="11858"/>
                    </a:lnTo>
                    <a:lnTo>
                      <a:pt x="5174" y="11851"/>
                    </a:lnTo>
                    <a:lnTo>
                      <a:pt x="5137" y="11844"/>
                    </a:lnTo>
                    <a:lnTo>
                      <a:pt x="5099" y="11836"/>
                    </a:lnTo>
                    <a:lnTo>
                      <a:pt x="5062" y="11827"/>
                    </a:lnTo>
                    <a:lnTo>
                      <a:pt x="5024" y="11817"/>
                    </a:lnTo>
                    <a:lnTo>
                      <a:pt x="4986" y="11805"/>
                    </a:lnTo>
                    <a:lnTo>
                      <a:pt x="4948" y="11793"/>
                    </a:lnTo>
                    <a:lnTo>
                      <a:pt x="4910" y="11780"/>
                    </a:lnTo>
                    <a:lnTo>
                      <a:pt x="4872" y="11767"/>
                    </a:lnTo>
                    <a:lnTo>
                      <a:pt x="4834" y="11753"/>
                    </a:lnTo>
                    <a:lnTo>
                      <a:pt x="4796" y="11738"/>
                    </a:lnTo>
                    <a:lnTo>
                      <a:pt x="4760" y="11722"/>
                    </a:lnTo>
                    <a:lnTo>
                      <a:pt x="4722" y="11705"/>
                    </a:lnTo>
                    <a:lnTo>
                      <a:pt x="4686" y="11688"/>
                    </a:lnTo>
                    <a:lnTo>
                      <a:pt x="4650" y="11669"/>
                    </a:lnTo>
                    <a:lnTo>
                      <a:pt x="4615" y="11651"/>
                    </a:lnTo>
                    <a:lnTo>
                      <a:pt x="4580" y="11632"/>
                    </a:lnTo>
                    <a:lnTo>
                      <a:pt x="4546" y="11612"/>
                    </a:lnTo>
                    <a:lnTo>
                      <a:pt x="4513" y="11592"/>
                    </a:lnTo>
                    <a:lnTo>
                      <a:pt x="4481" y="11572"/>
                    </a:lnTo>
                    <a:lnTo>
                      <a:pt x="4449" y="11550"/>
                    </a:lnTo>
                    <a:lnTo>
                      <a:pt x="4419" y="11528"/>
                    </a:lnTo>
                    <a:lnTo>
                      <a:pt x="4390" y="11506"/>
                    </a:lnTo>
                    <a:lnTo>
                      <a:pt x="4363" y="11484"/>
                    </a:lnTo>
                    <a:lnTo>
                      <a:pt x="4335" y="11462"/>
                    </a:lnTo>
                    <a:lnTo>
                      <a:pt x="4310" y="11439"/>
                    </a:lnTo>
                    <a:lnTo>
                      <a:pt x="4286" y="11414"/>
                    </a:lnTo>
                    <a:lnTo>
                      <a:pt x="187" y="7297"/>
                    </a:lnTo>
                    <a:close/>
                  </a:path>
                </a:pathLst>
              </a:custGeom>
              <a:gradFill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0"/>
              </a:gradFill>
              <a:ln w="19050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gradFill flip="none" rotWithShape="1">
                    <a:gsLst>
                      <a:gs pos="0">
                        <a:srgbClr val="00B5EF"/>
                      </a:gs>
                      <a:gs pos="100000">
                        <a:srgbClr val="FF59A3"/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Poppins Light" panose="02000000000000000000" pitchFamily="2" charset="0"/>
                  <a:ea typeface="Open Sans" panose="020B0606030504020204" pitchFamily="34" charset="0"/>
                  <a:cs typeface="Poppins Light" panose="02000000000000000000" pitchFamily="2" charset="0"/>
                </a:endParaRPr>
              </a:p>
            </p:txBody>
          </p:sp>
          <p:sp>
            <p:nvSpPr>
              <p:cNvPr id="75" name="Объект 20">
                <a:extLst>
                  <a:ext uri="{FF2B5EF4-FFF2-40B4-BE49-F238E27FC236}">
                    <a16:creationId xmlns:a16="http://schemas.microsoft.com/office/drawing/2014/main" id="{7D35F265-9824-478B-9182-B846C443E1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8603" y="4518470"/>
                <a:ext cx="2006188" cy="53374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Нет возможности подключить ВН+ШПД</a:t>
                </a:r>
              </a:p>
            </p:txBody>
          </p:sp>
        </p:grp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3D37D1CF-4778-4FFB-9992-1374F7368D99}"/>
                </a:ext>
              </a:extLst>
            </p:cNvPr>
            <p:cNvGrpSpPr/>
            <p:nvPr/>
          </p:nvGrpSpPr>
          <p:grpSpPr>
            <a:xfrm>
              <a:off x="1040524" y="4027784"/>
              <a:ext cx="2266223" cy="1223359"/>
              <a:chOff x="1050684" y="2795919"/>
              <a:chExt cx="2266223" cy="1223359"/>
            </a:xfrm>
          </p:grpSpPr>
          <p:sp>
            <p:nvSpPr>
              <p:cNvPr id="69" name="Freeform 229">
                <a:extLst>
                  <a:ext uri="{FF2B5EF4-FFF2-40B4-BE49-F238E27FC236}">
                    <a16:creationId xmlns:a16="http://schemas.microsoft.com/office/drawing/2014/main" id="{B78E9F06-A81A-479B-8B72-425F9A38A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684" y="3898593"/>
                <a:ext cx="197678" cy="120685"/>
              </a:xfrm>
              <a:custGeom>
                <a:avLst/>
                <a:gdLst>
                  <a:gd name="T0" fmla="*/ 124 w 16128"/>
                  <a:gd name="T1" fmla="*/ 7223 h 11872"/>
                  <a:gd name="T2" fmla="*/ 59 w 16128"/>
                  <a:gd name="T3" fmla="*/ 7113 h 11872"/>
                  <a:gd name="T4" fmla="*/ 18 w 16128"/>
                  <a:gd name="T5" fmla="*/ 6994 h 11872"/>
                  <a:gd name="T6" fmla="*/ 1 w 16128"/>
                  <a:gd name="T7" fmla="*/ 6871 h 11872"/>
                  <a:gd name="T8" fmla="*/ 7 w 16128"/>
                  <a:gd name="T9" fmla="*/ 6747 h 11872"/>
                  <a:gd name="T10" fmla="*/ 36 w 16128"/>
                  <a:gd name="T11" fmla="*/ 6626 h 11872"/>
                  <a:gd name="T12" fmla="*/ 90 w 16128"/>
                  <a:gd name="T13" fmla="*/ 6512 h 11872"/>
                  <a:gd name="T14" fmla="*/ 165 w 16128"/>
                  <a:gd name="T15" fmla="*/ 6408 h 11872"/>
                  <a:gd name="T16" fmla="*/ 1850 w 16128"/>
                  <a:gd name="T17" fmla="*/ 4727 h 11872"/>
                  <a:gd name="T18" fmla="*/ 1957 w 16128"/>
                  <a:gd name="T19" fmla="*/ 4656 h 11872"/>
                  <a:gd name="T20" fmla="*/ 2073 w 16128"/>
                  <a:gd name="T21" fmla="*/ 4609 h 11872"/>
                  <a:gd name="T22" fmla="*/ 2195 w 16128"/>
                  <a:gd name="T23" fmla="*/ 4586 h 11872"/>
                  <a:gd name="T24" fmla="*/ 2319 w 16128"/>
                  <a:gd name="T25" fmla="*/ 4586 h 11872"/>
                  <a:gd name="T26" fmla="*/ 2441 w 16128"/>
                  <a:gd name="T27" fmla="*/ 4609 h 11872"/>
                  <a:gd name="T28" fmla="*/ 2558 w 16128"/>
                  <a:gd name="T29" fmla="*/ 4656 h 11872"/>
                  <a:gd name="T30" fmla="*/ 2665 w 16128"/>
                  <a:gd name="T31" fmla="*/ 4727 h 11872"/>
                  <a:gd name="T32" fmla="*/ 5357 w 16128"/>
                  <a:gd name="T33" fmla="*/ 7406 h 11872"/>
                  <a:gd name="T34" fmla="*/ 5460 w 16128"/>
                  <a:gd name="T35" fmla="*/ 7483 h 11872"/>
                  <a:gd name="T36" fmla="*/ 5575 w 16128"/>
                  <a:gd name="T37" fmla="*/ 7535 h 11872"/>
                  <a:gd name="T38" fmla="*/ 5696 w 16128"/>
                  <a:gd name="T39" fmla="*/ 7565 h 11872"/>
                  <a:gd name="T40" fmla="*/ 5819 w 16128"/>
                  <a:gd name="T41" fmla="*/ 7571 h 11872"/>
                  <a:gd name="T42" fmla="*/ 5942 w 16128"/>
                  <a:gd name="T43" fmla="*/ 7552 h 11872"/>
                  <a:gd name="T44" fmla="*/ 6060 w 16128"/>
                  <a:gd name="T45" fmla="*/ 7512 h 11872"/>
                  <a:gd name="T46" fmla="*/ 6170 w 16128"/>
                  <a:gd name="T47" fmla="*/ 7447 h 11872"/>
                  <a:gd name="T48" fmla="*/ 13421 w 16128"/>
                  <a:gd name="T49" fmla="*/ 190 h 11872"/>
                  <a:gd name="T50" fmla="*/ 13521 w 16128"/>
                  <a:gd name="T51" fmla="*/ 107 h 11872"/>
                  <a:gd name="T52" fmla="*/ 13634 w 16128"/>
                  <a:gd name="T53" fmla="*/ 47 h 11872"/>
                  <a:gd name="T54" fmla="*/ 13753 w 16128"/>
                  <a:gd name="T55" fmla="*/ 12 h 11872"/>
                  <a:gd name="T56" fmla="*/ 13877 w 16128"/>
                  <a:gd name="T57" fmla="*/ 0 h 11872"/>
                  <a:gd name="T58" fmla="*/ 14000 w 16128"/>
                  <a:gd name="T59" fmla="*/ 11 h 11872"/>
                  <a:gd name="T60" fmla="*/ 14120 w 16128"/>
                  <a:gd name="T61" fmla="*/ 46 h 11872"/>
                  <a:gd name="T62" fmla="*/ 14233 w 16128"/>
                  <a:gd name="T63" fmla="*/ 105 h 11872"/>
                  <a:gd name="T64" fmla="*/ 14334 w 16128"/>
                  <a:gd name="T65" fmla="*/ 186 h 11872"/>
                  <a:gd name="T66" fmla="*/ 16003 w 16128"/>
                  <a:gd name="T67" fmla="*/ 1855 h 11872"/>
                  <a:gd name="T68" fmla="*/ 16068 w 16128"/>
                  <a:gd name="T69" fmla="*/ 1964 h 11872"/>
                  <a:gd name="T70" fmla="*/ 16109 w 16128"/>
                  <a:gd name="T71" fmla="*/ 2082 h 11872"/>
                  <a:gd name="T72" fmla="*/ 16127 w 16128"/>
                  <a:gd name="T73" fmla="*/ 2205 h 11872"/>
                  <a:gd name="T74" fmla="*/ 16122 w 16128"/>
                  <a:gd name="T75" fmla="*/ 2328 h 11872"/>
                  <a:gd name="T76" fmla="*/ 16093 w 16128"/>
                  <a:gd name="T77" fmla="*/ 2449 h 11872"/>
                  <a:gd name="T78" fmla="*/ 16039 w 16128"/>
                  <a:gd name="T79" fmla="*/ 2564 h 11872"/>
                  <a:gd name="T80" fmla="*/ 15964 w 16128"/>
                  <a:gd name="T81" fmla="*/ 2667 h 11872"/>
                  <a:gd name="T82" fmla="*/ 7188 w 16128"/>
                  <a:gd name="T83" fmla="*/ 11462 h 11872"/>
                  <a:gd name="T84" fmla="*/ 7074 w 16128"/>
                  <a:gd name="T85" fmla="*/ 11550 h 11872"/>
                  <a:gd name="T86" fmla="*/ 6943 w 16128"/>
                  <a:gd name="T87" fmla="*/ 11632 h 11872"/>
                  <a:gd name="T88" fmla="*/ 6801 w 16128"/>
                  <a:gd name="T89" fmla="*/ 11706 h 11872"/>
                  <a:gd name="T90" fmla="*/ 6652 w 16128"/>
                  <a:gd name="T91" fmla="*/ 11767 h 11872"/>
                  <a:gd name="T92" fmla="*/ 6500 w 16128"/>
                  <a:gd name="T93" fmla="*/ 11817 h 11872"/>
                  <a:gd name="T94" fmla="*/ 6349 w 16128"/>
                  <a:gd name="T95" fmla="*/ 11852 h 11872"/>
                  <a:gd name="T96" fmla="*/ 6205 w 16128"/>
                  <a:gd name="T97" fmla="*/ 11870 h 11872"/>
                  <a:gd name="T98" fmla="*/ 5352 w 16128"/>
                  <a:gd name="T99" fmla="*/ 11871 h 11872"/>
                  <a:gd name="T100" fmla="*/ 5210 w 16128"/>
                  <a:gd name="T101" fmla="*/ 11858 h 11872"/>
                  <a:gd name="T102" fmla="*/ 5062 w 16128"/>
                  <a:gd name="T103" fmla="*/ 11827 h 11872"/>
                  <a:gd name="T104" fmla="*/ 4910 w 16128"/>
                  <a:gd name="T105" fmla="*/ 11780 h 11872"/>
                  <a:gd name="T106" fmla="*/ 4760 w 16128"/>
                  <a:gd name="T107" fmla="*/ 11722 h 11872"/>
                  <a:gd name="T108" fmla="*/ 4615 w 16128"/>
                  <a:gd name="T109" fmla="*/ 11651 h 11872"/>
                  <a:gd name="T110" fmla="*/ 4481 w 16128"/>
                  <a:gd name="T111" fmla="*/ 11572 h 11872"/>
                  <a:gd name="T112" fmla="*/ 4363 w 16128"/>
                  <a:gd name="T113" fmla="*/ 11484 h 11872"/>
                  <a:gd name="T114" fmla="*/ 187 w 16128"/>
                  <a:gd name="T115" fmla="*/ 7297 h 11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128" h="11872">
                    <a:moveTo>
                      <a:pt x="187" y="7297"/>
                    </a:moveTo>
                    <a:lnTo>
                      <a:pt x="164" y="7273"/>
                    </a:lnTo>
                    <a:lnTo>
                      <a:pt x="143" y="7248"/>
                    </a:lnTo>
                    <a:lnTo>
                      <a:pt x="124" y="7223"/>
                    </a:lnTo>
                    <a:lnTo>
                      <a:pt x="106" y="7196"/>
                    </a:lnTo>
                    <a:lnTo>
                      <a:pt x="89" y="7168"/>
                    </a:lnTo>
                    <a:lnTo>
                      <a:pt x="74" y="7141"/>
                    </a:lnTo>
                    <a:lnTo>
                      <a:pt x="59" y="7113"/>
                    </a:lnTo>
                    <a:lnTo>
                      <a:pt x="46" y="7084"/>
                    </a:lnTo>
                    <a:lnTo>
                      <a:pt x="35" y="7054"/>
                    </a:lnTo>
                    <a:lnTo>
                      <a:pt x="26" y="7024"/>
                    </a:lnTo>
                    <a:lnTo>
                      <a:pt x="18" y="6994"/>
                    </a:lnTo>
                    <a:lnTo>
                      <a:pt x="12" y="6964"/>
                    </a:lnTo>
                    <a:lnTo>
                      <a:pt x="6" y="6933"/>
                    </a:lnTo>
                    <a:lnTo>
                      <a:pt x="3" y="6902"/>
                    </a:lnTo>
                    <a:lnTo>
                      <a:pt x="1" y="6871"/>
                    </a:lnTo>
                    <a:lnTo>
                      <a:pt x="0" y="6841"/>
                    </a:lnTo>
                    <a:lnTo>
                      <a:pt x="1" y="6809"/>
                    </a:lnTo>
                    <a:lnTo>
                      <a:pt x="3" y="6778"/>
                    </a:lnTo>
                    <a:lnTo>
                      <a:pt x="7" y="6747"/>
                    </a:lnTo>
                    <a:lnTo>
                      <a:pt x="12" y="6717"/>
                    </a:lnTo>
                    <a:lnTo>
                      <a:pt x="18" y="6687"/>
                    </a:lnTo>
                    <a:lnTo>
                      <a:pt x="26" y="6656"/>
                    </a:lnTo>
                    <a:lnTo>
                      <a:pt x="36" y="6626"/>
                    </a:lnTo>
                    <a:lnTo>
                      <a:pt x="47" y="6597"/>
                    </a:lnTo>
                    <a:lnTo>
                      <a:pt x="59" y="6569"/>
                    </a:lnTo>
                    <a:lnTo>
                      <a:pt x="74" y="6539"/>
                    </a:lnTo>
                    <a:lnTo>
                      <a:pt x="90" y="6512"/>
                    </a:lnTo>
                    <a:lnTo>
                      <a:pt x="106" y="6485"/>
                    </a:lnTo>
                    <a:lnTo>
                      <a:pt x="125" y="6459"/>
                    </a:lnTo>
                    <a:lnTo>
                      <a:pt x="144" y="6432"/>
                    </a:lnTo>
                    <a:lnTo>
                      <a:pt x="165" y="6408"/>
                    </a:lnTo>
                    <a:lnTo>
                      <a:pt x="188" y="6384"/>
                    </a:lnTo>
                    <a:lnTo>
                      <a:pt x="1801" y="4771"/>
                    </a:lnTo>
                    <a:lnTo>
                      <a:pt x="1824" y="4748"/>
                    </a:lnTo>
                    <a:lnTo>
                      <a:pt x="1850" y="4727"/>
                    </a:lnTo>
                    <a:lnTo>
                      <a:pt x="1876" y="4707"/>
                    </a:lnTo>
                    <a:lnTo>
                      <a:pt x="1902" y="4689"/>
                    </a:lnTo>
                    <a:lnTo>
                      <a:pt x="1929" y="4671"/>
                    </a:lnTo>
                    <a:lnTo>
                      <a:pt x="1957" y="4656"/>
                    </a:lnTo>
                    <a:lnTo>
                      <a:pt x="1985" y="4642"/>
                    </a:lnTo>
                    <a:lnTo>
                      <a:pt x="2014" y="4630"/>
                    </a:lnTo>
                    <a:lnTo>
                      <a:pt x="2043" y="4619"/>
                    </a:lnTo>
                    <a:lnTo>
                      <a:pt x="2073" y="4609"/>
                    </a:lnTo>
                    <a:lnTo>
                      <a:pt x="2104" y="4601"/>
                    </a:lnTo>
                    <a:lnTo>
                      <a:pt x="2134" y="4595"/>
                    </a:lnTo>
                    <a:lnTo>
                      <a:pt x="2164" y="4590"/>
                    </a:lnTo>
                    <a:lnTo>
                      <a:pt x="2195" y="4586"/>
                    </a:lnTo>
                    <a:lnTo>
                      <a:pt x="2227" y="4584"/>
                    </a:lnTo>
                    <a:lnTo>
                      <a:pt x="2257" y="4583"/>
                    </a:lnTo>
                    <a:lnTo>
                      <a:pt x="2288" y="4584"/>
                    </a:lnTo>
                    <a:lnTo>
                      <a:pt x="2319" y="4586"/>
                    </a:lnTo>
                    <a:lnTo>
                      <a:pt x="2350" y="4590"/>
                    </a:lnTo>
                    <a:lnTo>
                      <a:pt x="2381" y="4595"/>
                    </a:lnTo>
                    <a:lnTo>
                      <a:pt x="2411" y="4601"/>
                    </a:lnTo>
                    <a:lnTo>
                      <a:pt x="2441" y="4609"/>
                    </a:lnTo>
                    <a:lnTo>
                      <a:pt x="2472" y="4619"/>
                    </a:lnTo>
                    <a:lnTo>
                      <a:pt x="2501" y="4630"/>
                    </a:lnTo>
                    <a:lnTo>
                      <a:pt x="2529" y="4642"/>
                    </a:lnTo>
                    <a:lnTo>
                      <a:pt x="2558" y="4656"/>
                    </a:lnTo>
                    <a:lnTo>
                      <a:pt x="2586" y="4671"/>
                    </a:lnTo>
                    <a:lnTo>
                      <a:pt x="2613" y="4689"/>
                    </a:lnTo>
                    <a:lnTo>
                      <a:pt x="2639" y="4707"/>
                    </a:lnTo>
                    <a:lnTo>
                      <a:pt x="2665" y="4727"/>
                    </a:lnTo>
                    <a:lnTo>
                      <a:pt x="2689" y="4748"/>
                    </a:lnTo>
                    <a:lnTo>
                      <a:pt x="2714" y="4770"/>
                    </a:lnTo>
                    <a:lnTo>
                      <a:pt x="5332" y="7384"/>
                    </a:lnTo>
                    <a:lnTo>
                      <a:pt x="5357" y="7406"/>
                    </a:lnTo>
                    <a:lnTo>
                      <a:pt x="5382" y="7427"/>
                    </a:lnTo>
                    <a:lnTo>
                      <a:pt x="5407" y="7448"/>
                    </a:lnTo>
                    <a:lnTo>
                      <a:pt x="5433" y="7466"/>
                    </a:lnTo>
                    <a:lnTo>
                      <a:pt x="5460" y="7483"/>
                    </a:lnTo>
                    <a:lnTo>
                      <a:pt x="5489" y="7498"/>
                    </a:lnTo>
                    <a:lnTo>
                      <a:pt x="5517" y="7512"/>
                    </a:lnTo>
                    <a:lnTo>
                      <a:pt x="5546" y="7524"/>
                    </a:lnTo>
                    <a:lnTo>
                      <a:pt x="5575" y="7535"/>
                    </a:lnTo>
                    <a:lnTo>
                      <a:pt x="5604" y="7545"/>
                    </a:lnTo>
                    <a:lnTo>
                      <a:pt x="5635" y="7553"/>
                    </a:lnTo>
                    <a:lnTo>
                      <a:pt x="5665" y="7559"/>
                    </a:lnTo>
                    <a:lnTo>
                      <a:pt x="5696" y="7565"/>
                    </a:lnTo>
                    <a:lnTo>
                      <a:pt x="5726" y="7569"/>
                    </a:lnTo>
                    <a:lnTo>
                      <a:pt x="5758" y="7571"/>
                    </a:lnTo>
                    <a:lnTo>
                      <a:pt x="5789" y="7572"/>
                    </a:lnTo>
                    <a:lnTo>
                      <a:pt x="5819" y="7571"/>
                    </a:lnTo>
                    <a:lnTo>
                      <a:pt x="5850" y="7569"/>
                    </a:lnTo>
                    <a:lnTo>
                      <a:pt x="5882" y="7565"/>
                    </a:lnTo>
                    <a:lnTo>
                      <a:pt x="5912" y="7559"/>
                    </a:lnTo>
                    <a:lnTo>
                      <a:pt x="5942" y="7552"/>
                    </a:lnTo>
                    <a:lnTo>
                      <a:pt x="5972" y="7544"/>
                    </a:lnTo>
                    <a:lnTo>
                      <a:pt x="6003" y="7535"/>
                    </a:lnTo>
                    <a:lnTo>
                      <a:pt x="6032" y="7524"/>
                    </a:lnTo>
                    <a:lnTo>
                      <a:pt x="6060" y="7512"/>
                    </a:lnTo>
                    <a:lnTo>
                      <a:pt x="6089" y="7498"/>
                    </a:lnTo>
                    <a:lnTo>
                      <a:pt x="6117" y="7482"/>
                    </a:lnTo>
                    <a:lnTo>
                      <a:pt x="6144" y="7465"/>
                    </a:lnTo>
                    <a:lnTo>
                      <a:pt x="6170" y="7447"/>
                    </a:lnTo>
                    <a:lnTo>
                      <a:pt x="6196" y="7426"/>
                    </a:lnTo>
                    <a:lnTo>
                      <a:pt x="6220" y="7405"/>
                    </a:lnTo>
                    <a:lnTo>
                      <a:pt x="6245" y="7383"/>
                    </a:lnTo>
                    <a:lnTo>
                      <a:pt x="13421" y="190"/>
                    </a:lnTo>
                    <a:lnTo>
                      <a:pt x="13445" y="166"/>
                    </a:lnTo>
                    <a:lnTo>
                      <a:pt x="13470" y="145"/>
                    </a:lnTo>
                    <a:lnTo>
                      <a:pt x="13495" y="125"/>
                    </a:lnTo>
                    <a:lnTo>
                      <a:pt x="13521" y="107"/>
                    </a:lnTo>
                    <a:lnTo>
                      <a:pt x="13549" y="90"/>
                    </a:lnTo>
                    <a:lnTo>
                      <a:pt x="13577" y="75"/>
                    </a:lnTo>
                    <a:lnTo>
                      <a:pt x="13605" y="60"/>
                    </a:lnTo>
                    <a:lnTo>
                      <a:pt x="13634" y="47"/>
                    </a:lnTo>
                    <a:lnTo>
                      <a:pt x="13663" y="36"/>
                    </a:lnTo>
                    <a:lnTo>
                      <a:pt x="13693" y="27"/>
                    </a:lnTo>
                    <a:lnTo>
                      <a:pt x="13723" y="19"/>
                    </a:lnTo>
                    <a:lnTo>
                      <a:pt x="13753" y="12"/>
                    </a:lnTo>
                    <a:lnTo>
                      <a:pt x="13784" y="7"/>
                    </a:lnTo>
                    <a:lnTo>
                      <a:pt x="13815" y="3"/>
                    </a:lnTo>
                    <a:lnTo>
                      <a:pt x="13846" y="1"/>
                    </a:lnTo>
                    <a:lnTo>
                      <a:pt x="13877" y="0"/>
                    </a:lnTo>
                    <a:lnTo>
                      <a:pt x="13908" y="1"/>
                    </a:lnTo>
                    <a:lnTo>
                      <a:pt x="13939" y="3"/>
                    </a:lnTo>
                    <a:lnTo>
                      <a:pt x="13970" y="6"/>
                    </a:lnTo>
                    <a:lnTo>
                      <a:pt x="14000" y="11"/>
                    </a:lnTo>
                    <a:lnTo>
                      <a:pt x="14031" y="18"/>
                    </a:lnTo>
                    <a:lnTo>
                      <a:pt x="14062" y="26"/>
                    </a:lnTo>
                    <a:lnTo>
                      <a:pt x="14091" y="35"/>
                    </a:lnTo>
                    <a:lnTo>
                      <a:pt x="14120" y="46"/>
                    </a:lnTo>
                    <a:lnTo>
                      <a:pt x="14149" y="58"/>
                    </a:lnTo>
                    <a:lnTo>
                      <a:pt x="14178" y="73"/>
                    </a:lnTo>
                    <a:lnTo>
                      <a:pt x="14206" y="88"/>
                    </a:lnTo>
                    <a:lnTo>
                      <a:pt x="14233" y="105"/>
                    </a:lnTo>
                    <a:lnTo>
                      <a:pt x="14259" y="123"/>
                    </a:lnTo>
                    <a:lnTo>
                      <a:pt x="14285" y="143"/>
                    </a:lnTo>
                    <a:lnTo>
                      <a:pt x="14310" y="164"/>
                    </a:lnTo>
                    <a:lnTo>
                      <a:pt x="14334" y="186"/>
                    </a:lnTo>
                    <a:lnTo>
                      <a:pt x="15938" y="1780"/>
                    </a:lnTo>
                    <a:lnTo>
                      <a:pt x="15962" y="1804"/>
                    </a:lnTo>
                    <a:lnTo>
                      <a:pt x="15983" y="1829"/>
                    </a:lnTo>
                    <a:lnTo>
                      <a:pt x="16003" y="1855"/>
                    </a:lnTo>
                    <a:lnTo>
                      <a:pt x="16021" y="1881"/>
                    </a:lnTo>
                    <a:lnTo>
                      <a:pt x="16038" y="1908"/>
                    </a:lnTo>
                    <a:lnTo>
                      <a:pt x="16053" y="1935"/>
                    </a:lnTo>
                    <a:lnTo>
                      <a:pt x="16068" y="1964"/>
                    </a:lnTo>
                    <a:lnTo>
                      <a:pt x="16081" y="1993"/>
                    </a:lnTo>
                    <a:lnTo>
                      <a:pt x="16092" y="2022"/>
                    </a:lnTo>
                    <a:lnTo>
                      <a:pt x="16101" y="2051"/>
                    </a:lnTo>
                    <a:lnTo>
                      <a:pt x="16109" y="2082"/>
                    </a:lnTo>
                    <a:lnTo>
                      <a:pt x="16116" y="2112"/>
                    </a:lnTo>
                    <a:lnTo>
                      <a:pt x="16121" y="2143"/>
                    </a:lnTo>
                    <a:lnTo>
                      <a:pt x="16125" y="2173"/>
                    </a:lnTo>
                    <a:lnTo>
                      <a:pt x="16127" y="2205"/>
                    </a:lnTo>
                    <a:lnTo>
                      <a:pt x="16128" y="2236"/>
                    </a:lnTo>
                    <a:lnTo>
                      <a:pt x="16127" y="2266"/>
                    </a:lnTo>
                    <a:lnTo>
                      <a:pt x="16125" y="2297"/>
                    </a:lnTo>
                    <a:lnTo>
                      <a:pt x="16122" y="2328"/>
                    </a:lnTo>
                    <a:lnTo>
                      <a:pt x="16117" y="2359"/>
                    </a:lnTo>
                    <a:lnTo>
                      <a:pt x="16110" y="2389"/>
                    </a:lnTo>
                    <a:lnTo>
                      <a:pt x="16102" y="2419"/>
                    </a:lnTo>
                    <a:lnTo>
                      <a:pt x="16093" y="2449"/>
                    </a:lnTo>
                    <a:lnTo>
                      <a:pt x="16082" y="2478"/>
                    </a:lnTo>
                    <a:lnTo>
                      <a:pt x="16069" y="2507"/>
                    </a:lnTo>
                    <a:lnTo>
                      <a:pt x="16055" y="2535"/>
                    </a:lnTo>
                    <a:lnTo>
                      <a:pt x="16039" y="2564"/>
                    </a:lnTo>
                    <a:lnTo>
                      <a:pt x="16023" y="2591"/>
                    </a:lnTo>
                    <a:lnTo>
                      <a:pt x="16004" y="2617"/>
                    </a:lnTo>
                    <a:lnTo>
                      <a:pt x="15985" y="2642"/>
                    </a:lnTo>
                    <a:lnTo>
                      <a:pt x="15964" y="2667"/>
                    </a:lnTo>
                    <a:lnTo>
                      <a:pt x="15941" y="2692"/>
                    </a:lnTo>
                    <a:lnTo>
                      <a:pt x="7238" y="11415"/>
                    </a:lnTo>
                    <a:lnTo>
                      <a:pt x="7214" y="11439"/>
                    </a:lnTo>
                    <a:lnTo>
                      <a:pt x="7188" y="11462"/>
                    </a:lnTo>
                    <a:lnTo>
                      <a:pt x="7162" y="11485"/>
                    </a:lnTo>
                    <a:lnTo>
                      <a:pt x="7134" y="11507"/>
                    </a:lnTo>
                    <a:lnTo>
                      <a:pt x="7104" y="11529"/>
                    </a:lnTo>
                    <a:lnTo>
                      <a:pt x="7074" y="11550"/>
                    </a:lnTo>
                    <a:lnTo>
                      <a:pt x="7043" y="11572"/>
                    </a:lnTo>
                    <a:lnTo>
                      <a:pt x="7011" y="11593"/>
                    </a:lnTo>
                    <a:lnTo>
                      <a:pt x="6977" y="11613"/>
                    </a:lnTo>
                    <a:lnTo>
                      <a:pt x="6943" y="11632"/>
                    </a:lnTo>
                    <a:lnTo>
                      <a:pt x="6909" y="11651"/>
                    </a:lnTo>
                    <a:lnTo>
                      <a:pt x="6874" y="11670"/>
                    </a:lnTo>
                    <a:lnTo>
                      <a:pt x="6837" y="11688"/>
                    </a:lnTo>
                    <a:lnTo>
                      <a:pt x="6801" y="11706"/>
                    </a:lnTo>
                    <a:lnTo>
                      <a:pt x="6765" y="11722"/>
                    </a:lnTo>
                    <a:lnTo>
                      <a:pt x="6727" y="11738"/>
                    </a:lnTo>
                    <a:lnTo>
                      <a:pt x="6689" y="11753"/>
                    </a:lnTo>
                    <a:lnTo>
                      <a:pt x="6652" y="11767"/>
                    </a:lnTo>
                    <a:lnTo>
                      <a:pt x="6613" y="11781"/>
                    </a:lnTo>
                    <a:lnTo>
                      <a:pt x="6576" y="11793"/>
                    </a:lnTo>
                    <a:lnTo>
                      <a:pt x="6538" y="11805"/>
                    </a:lnTo>
                    <a:lnTo>
                      <a:pt x="6500" y="11817"/>
                    </a:lnTo>
                    <a:lnTo>
                      <a:pt x="6461" y="11827"/>
                    </a:lnTo>
                    <a:lnTo>
                      <a:pt x="6424" y="11836"/>
                    </a:lnTo>
                    <a:lnTo>
                      <a:pt x="6387" y="11844"/>
                    </a:lnTo>
                    <a:lnTo>
                      <a:pt x="6349" y="11852"/>
                    </a:lnTo>
                    <a:lnTo>
                      <a:pt x="6313" y="11858"/>
                    </a:lnTo>
                    <a:lnTo>
                      <a:pt x="6277" y="11863"/>
                    </a:lnTo>
                    <a:lnTo>
                      <a:pt x="6241" y="11867"/>
                    </a:lnTo>
                    <a:lnTo>
                      <a:pt x="6205" y="11870"/>
                    </a:lnTo>
                    <a:lnTo>
                      <a:pt x="6171" y="11871"/>
                    </a:lnTo>
                    <a:lnTo>
                      <a:pt x="6138" y="11872"/>
                    </a:lnTo>
                    <a:lnTo>
                      <a:pt x="5386" y="11872"/>
                    </a:lnTo>
                    <a:lnTo>
                      <a:pt x="5352" y="11871"/>
                    </a:lnTo>
                    <a:lnTo>
                      <a:pt x="5318" y="11870"/>
                    </a:lnTo>
                    <a:lnTo>
                      <a:pt x="5283" y="11867"/>
                    </a:lnTo>
                    <a:lnTo>
                      <a:pt x="5247" y="11863"/>
                    </a:lnTo>
                    <a:lnTo>
                      <a:pt x="5210" y="11858"/>
                    </a:lnTo>
                    <a:lnTo>
                      <a:pt x="5174" y="11851"/>
                    </a:lnTo>
                    <a:lnTo>
                      <a:pt x="5137" y="11844"/>
                    </a:lnTo>
                    <a:lnTo>
                      <a:pt x="5099" y="11836"/>
                    </a:lnTo>
                    <a:lnTo>
                      <a:pt x="5062" y="11827"/>
                    </a:lnTo>
                    <a:lnTo>
                      <a:pt x="5024" y="11817"/>
                    </a:lnTo>
                    <a:lnTo>
                      <a:pt x="4986" y="11805"/>
                    </a:lnTo>
                    <a:lnTo>
                      <a:pt x="4948" y="11793"/>
                    </a:lnTo>
                    <a:lnTo>
                      <a:pt x="4910" y="11780"/>
                    </a:lnTo>
                    <a:lnTo>
                      <a:pt x="4872" y="11767"/>
                    </a:lnTo>
                    <a:lnTo>
                      <a:pt x="4834" y="11753"/>
                    </a:lnTo>
                    <a:lnTo>
                      <a:pt x="4796" y="11738"/>
                    </a:lnTo>
                    <a:lnTo>
                      <a:pt x="4760" y="11722"/>
                    </a:lnTo>
                    <a:lnTo>
                      <a:pt x="4722" y="11705"/>
                    </a:lnTo>
                    <a:lnTo>
                      <a:pt x="4686" y="11688"/>
                    </a:lnTo>
                    <a:lnTo>
                      <a:pt x="4650" y="11669"/>
                    </a:lnTo>
                    <a:lnTo>
                      <a:pt x="4615" y="11651"/>
                    </a:lnTo>
                    <a:lnTo>
                      <a:pt x="4580" y="11632"/>
                    </a:lnTo>
                    <a:lnTo>
                      <a:pt x="4546" y="11612"/>
                    </a:lnTo>
                    <a:lnTo>
                      <a:pt x="4513" y="11592"/>
                    </a:lnTo>
                    <a:lnTo>
                      <a:pt x="4481" y="11572"/>
                    </a:lnTo>
                    <a:lnTo>
                      <a:pt x="4449" y="11550"/>
                    </a:lnTo>
                    <a:lnTo>
                      <a:pt x="4419" y="11528"/>
                    </a:lnTo>
                    <a:lnTo>
                      <a:pt x="4390" y="11506"/>
                    </a:lnTo>
                    <a:lnTo>
                      <a:pt x="4363" y="11484"/>
                    </a:lnTo>
                    <a:lnTo>
                      <a:pt x="4335" y="11462"/>
                    </a:lnTo>
                    <a:lnTo>
                      <a:pt x="4310" y="11439"/>
                    </a:lnTo>
                    <a:lnTo>
                      <a:pt x="4286" y="11414"/>
                    </a:lnTo>
                    <a:lnTo>
                      <a:pt x="187" y="7297"/>
                    </a:lnTo>
                    <a:close/>
                  </a:path>
                </a:pathLst>
              </a:custGeom>
              <a:gradFill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0"/>
              </a:gradFill>
              <a:ln w="19050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gradFill flip="none" rotWithShape="1">
                    <a:gsLst>
                      <a:gs pos="0">
                        <a:srgbClr val="00B5EF"/>
                      </a:gs>
                      <a:gs pos="100000">
                        <a:srgbClr val="FF59A3"/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Poppins Light" panose="02000000000000000000" pitchFamily="2" charset="0"/>
                  <a:ea typeface="Open Sans" panose="020B0606030504020204" pitchFamily="34" charset="0"/>
                  <a:cs typeface="Poppins Light" panose="02000000000000000000" pitchFamily="2" charset="0"/>
                </a:endParaRPr>
              </a:p>
            </p:txBody>
          </p:sp>
          <p:sp>
            <p:nvSpPr>
              <p:cNvPr id="72" name="Объект 20">
                <a:extLst>
                  <a:ext uri="{FF2B5EF4-FFF2-40B4-BE49-F238E27FC236}">
                    <a16:creationId xmlns:a16="http://schemas.microsoft.com/office/drawing/2014/main" id="{9DA3176E-F467-4FF3-801F-DB9632EA75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0719" y="2795919"/>
                <a:ext cx="2006188" cy="80061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Для подключения ВН абоненту необходимо обращаться в разные компании</a:t>
                </a:r>
              </a:p>
            </p:txBody>
          </p:sp>
        </p:grpSp>
        <p:sp>
          <p:nvSpPr>
            <p:cNvPr id="68" name="Объект 20">
              <a:extLst>
                <a:ext uri="{FF2B5EF4-FFF2-40B4-BE49-F238E27FC236}">
                  <a16:creationId xmlns:a16="http://schemas.microsoft.com/office/drawing/2014/main" id="{ECD07A89-739B-4D83-9F76-BA91DFD29D4C}"/>
                </a:ext>
              </a:extLst>
            </p:cNvPr>
            <p:cNvSpPr txBox="1">
              <a:spLocks/>
            </p:cNvSpPr>
            <p:nvPr/>
          </p:nvSpPr>
          <p:spPr>
            <a:xfrm>
              <a:off x="1359805" y="5111734"/>
              <a:ext cx="2006188" cy="26687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  <p:cxnSp>
          <p:nvCxnSpPr>
            <p:cNvPr id="65" name="Straight Connector 29">
              <a:extLst>
                <a:ext uri="{FF2B5EF4-FFF2-40B4-BE49-F238E27FC236}">
                  <a16:creationId xmlns:a16="http://schemas.microsoft.com/office/drawing/2014/main" id="{F1E6E442-5064-40FE-8C43-0756CA3A65F7}"/>
                </a:ext>
              </a:extLst>
            </p:cNvPr>
            <p:cNvCxnSpPr>
              <a:cxnSpLocks/>
            </p:cNvCxnSpPr>
            <p:nvPr/>
          </p:nvCxnSpPr>
          <p:spPr>
            <a:xfrm>
              <a:off x="1019912" y="2630583"/>
              <a:ext cx="1511724" cy="0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82A7B6D5-0389-48AB-B5D7-8115D4794C47}"/>
              </a:ext>
            </a:extLst>
          </p:cNvPr>
          <p:cNvGrpSpPr/>
          <p:nvPr/>
        </p:nvGrpSpPr>
        <p:grpSpPr>
          <a:xfrm>
            <a:off x="6459989" y="1309215"/>
            <a:ext cx="5091973" cy="3793581"/>
            <a:chOff x="4529111" y="1622611"/>
            <a:chExt cx="3185897" cy="4060978"/>
          </a:xfrm>
        </p:grpSpPr>
        <p:sp>
          <p:nvSpPr>
            <p:cNvPr id="79" name="Rectangle 1">
              <a:extLst>
                <a:ext uri="{FF2B5EF4-FFF2-40B4-BE49-F238E27FC236}">
                  <a16:creationId xmlns:a16="http://schemas.microsoft.com/office/drawing/2014/main" id="{67451050-B35D-4298-B554-C94EA01A87EC}"/>
                </a:ext>
              </a:extLst>
            </p:cNvPr>
            <p:cNvSpPr/>
            <p:nvPr/>
          </p:nvSpPr>
          <p:spPr>
            <a:xfrm>
              <a:off x="4529111" y="1622611"/>
              <a:ext cx="1164938" cy="389471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0" name="Rectangle: Rounded Corners 69">
              <a:extLst>
                <a:ext uri="{FF2B5EF4-FFF2-40B4-BE49-F238E27FC236}">
                  <a16:creationId xmlns:a16="http://schemas.microsoft.com/office/drawing/2014/main" id="{A807D181-1365-4860-BB49-7CC9038429A1}"/>
                </a:ext>
              </a:extLst>
            </p:cNvPr>
            <p:cNvSpPr/>
            <p:nvPr/>
          </p:nvSpPr>
          <p:spPr>
            <a:xfrm>
              <a:off x="4912401" y="1788879"/>
              <a:ext cx="2802607" cy="389471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1" name="Заголовок 5">
              <a:extLst>
                <a:ext uri="{FF2B5EF4-FFF2-40B4-BE49-F238E27FC236}">
                  <a16:creationId xmlns:a16="http://schemas.microsoft.com/office/drawing/2014/main" id="{40D150B8-C534-43AA-884C-AB5A81742839}"/>
                </a:ext>
              </a:extLst>
            </p:cNvPr>
            <p:cNvSpPr txBox="1">
              <a:spLocks/>
            </p:cNvSpPr>
            <p:nvPr/>
          </p:nvSpPr>
          <p:spPr>
            <a:xfrm>
              <a:off x="5142051" y="2190250"/>
              <a:ext cx="1771628" cy="42172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914400" rtl="0" eaLnBrk="1" latinLnBrk="0" hangingPunct="1">
                <a:lnSpc>
                  <a:spcPct val="8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ru-RU" sz="3200" dirty="0">
                  <a:gradFill flip="none" rotWithShape="1">
                    <a:gsLst>
                      <a:gs pos="0">
                        <a:srgbClr val="FF59A3"/>
                      </a:gs>
                      <a:gs pos="100000">
                        <a:srgbClr val="00B5EF"/>
                      </a:gs>
                    </a:gsLst>
                    <a:lin ang="5400000" scaled="1"/>
                    <a:tileRect/>
                  </a:gradFill>
                </a:rPr>
                <a:t>РТК</a:t>
              </a:r>
            </a:p>
          </p:txBody>
        </p:sp>
        <p:cxnSp>
          <p:nvCxnSpPr>
            <p:cNvPr id="82" name="Straight Connector 29">
              <a:extLst>
                <a:ext uri="{FF2B5EF4-FFF2-40B4-BE49-F238E27FC236}">
                  <a16:creationId xmlns:a16="http://schemas.microsoft.com/office/drawing/2014/main" id="{0E9729E8-11CC-42DD-A4D0-ECD7F11A0FDD}"/>
                </a:ext>
              </a:extLst>
            </p:cNvPr>
            <p:cNvCxnSpPr>
              <a:cxnSpLocks/>
            </p:cNvCxnSpPr>
            <p:nvPr/>
          </p:nvCxnSpPr>
          <p:spPr>
            <a:xfrm>
              <a:off x="5157087" y="2630583"/>
              <a:ext cx="1493611" cy="0"/>
            </a:xfrm>
            <a:prstGeom prst="line">
              <a:avLst/>
            </a:prstGeom>
            <a:ln w="28575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Freeform 229">
              <a:extLst>
                <a:ext uri="{FF2B5EF4-FFF2-40B4-BE49-F238E27FC236}">
                  <a16:creationId xmlns:a16="http://schemas.microsoft.com/office/drawing/2014/main" id="{870B44E7-F25F-4D37-B33C-0BB027795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087" y="3005498"/>
              <a:ext cx="197678" cy="135731"/>
            </a:xfrm>
            <a:custGeom>
              <a:avLst/>
              <a:gdLst>
                <a:gd name="T0" fmla="*/ 124 w 16128"/>
                <a:gd name="T1" fmla="*/ 7223 h 11872"/>
                <a:gd name="T2" fmla="*/ 59 w 16128"/>
                <a:gd name="T3" fmla="*/ 7113 h 11872"/>
                <a:gd name="T4" fmla="*/ 18 w 16128"/>
                <a:gd name="T5" fmla="*/ 6994 h 11872"/>
                <a:gd name="T6" fmla="*/ 1 w 16128"/>
                <a:gd name="T7" fmla="*/ 6871 h 11872"/>
                <a:gd name="T8" fmla="*/ 7 w 16128"/>
                <a:gd name="T9" fmla="*/ 6747 h 11872"/>
                <a:gd name="T10" fmla="*/ 36 w 16128"/>
                <a:gd name="T11" fmla="*/ 6626 h 11872"/>
                <a:gd name="T12" fmla="*/ 90 w 16128"/>
                <a:gd name="T13" fmla="*/ 6512 h 11872"/>
                <a:gd name="T14" fmla="*/ 165 w 16128"/>
                <a:gd name="T15" fmla="*/ 6408 h 11872"/>
                <a:gd name="T16" fmla="*/ 1850 w 16128"/>
                <a:gd name="T17" fmla="*/ 4727 h 11872"/>
                <a:gd name="T18" fmla="*/ 1957 w 16128"/>
                <a:gd name="T19" fmla="*/ 4656 h 11872"/>
                <a:gd name="T20" fmla="*/ 2073 w 16128"/>
                <a:gd name="T21" fmla="*/ 4609 h 11872"/>
                <a:gd name="T22" fmla="*/ 2195 w 16128"/>
                <a:gd name="T23" fmla="*/ 4586 h 11872"/>
                <a:gd name="T24" fmla="*/ 2319 w 16128"/>
                <a:gd name="T25" fmla="*/ 4586 h 11872"/>
                <a:gd name="T26" fmla="*/ 2441 w 16128"/>
                <a:gd name="T27" fmla="*/ 4609 h 11872"/>
                <a:gd name="T28" fmla="*/ 2558 w 16128"/>
                <a:gd name="T29" fmla="*/ 4656 h 11872"/>
                <a:gd name="T30" fmla="*/ 2665 w 16128"/>
                <a:gd name="T31" fmla="*/ 4727 h 11872"/>
                <a:gd name="T32" fmla="*/ 5357 w 16128"/>
                <a:gd name="T33" fmla="*/ 7406 h 11872"/>
                <a:gd name="T34" fmla="*/ 5460 w 16128"/>
                <a:gd name="T35" fmla="*/ 7483 h 11872"/>
                <a:gd name="T36" fmla="*/ 5575 w 16128"/>
                <a:gd name="T37" fmla="*/ 7535 h 11872"/>
                <a:gd name="T38" fmla="*/ 5696 w 16128"/>
                <a:gd name="T39" fmla="*/ 7565 h 11872"/>
                <a:gd name="T40" fmla="*/ 5819 w 16128"/>
                <a:gd name="T41" fmla="*/ 7571 h 11872"/>
                <a:gd name="T42" fmla="*/ 5942 w 16128"/>
                <a:gd name="T43" fmla="*/ 7552 h 11872"/>
                <a:gd name="T44" fmla="*/ 6060 w 16128"/>
                <a:gd name="T45" fmla="*/ 7512 h 11872"/>
                <a:gd name="T46" fmla="*/ 6170 w 16128"/>
                <a:gd name="T47" fmla="*/ 7447 h 11872"/>
                <a:gd name="T48" fmla="*/ 13421 w 16128"/>
                <a:gd name="T49" fmla="*/ 190 h 11872"/>
                <a:gd name="T50" fmla="*/ 13521 w 16128"/>
                <a:gd name="T51" fmla="*/ 107 h 11872"/>
                <a:gd name="T52" fmla="*/ 13634 w 16128"/>
                <a:gd name="T53" fmla="*/ 47 h 11872"/>
                <a:gd name="T54" fmla="*/ 13753 w 16128"/>
                <a:gd name="T55" fmla="*/ 12 h 11872"/>
                <a:gd name="T56" fmla="*/ 13877 w 16128"/>
                <a:gd name="T57" fmla="*/ 0 h 11872"/>
                <a:gd name="T58" fmla="*/ 14000 w 16128"/>
                <a:gd name="T59" fmla="*/ 11 h 11872"/>
                <a:gd name="T60" fmla="*/ 14120 w 16128"/>
                <a:gd name="T61" fmla="*/ 46 h 11872"/>
                <a:gd name="T62" fmla="*/ 14233 w 16128"/>
                <a:gd name="T63" fmla="*/ 105 h 11872"/>
                <a:gd name="T64" fmla="*/ 14334 w 16128"/>
                <a:gd name="T65" fmla="*/ 186 h 11872"/>
                <a:gd name="T66" fmla="*/ 16003 w 16128"/>
                <a:gd name="T67" fmla="*/ 1855 h 11872"/>
                <a:gd name="T68" fmla="*/ 16068 w 16128"/>
                <a:gd name="T69" fmla="*/ 1964 h 11872"/>
                <a:gd name="T70" fmla="*/ 16109 w 16128"/>
                <a:gd name="T71" fmla="*/ 2082 h 11872"/>
                <a:gd name="T72" fmla="*/ 16127 w 16128"/>
                <a:gd name="T73" fmla="*/ 2205 h 11872"/>
                <a:gd name="T74" fmla="*/ 16122 w 16128"/>
                <a:gd name="T75" fmla="*/ 2328 h 11872"/>
                <a:gd name="T76" fmla="*/ 16093 w 16128"/>
                <a:gd name="T77" fmla="*/ 2449 h 11872"/>
                <a:gd name="T78" fmla="*/ 16039 w 16128"/>
                <a:gd name="T79" fmla="*/ 2564 h 11872"/>
                <a:gd name="T80" fmla="*/ 15964 w 16128"/>
                <a:gd name="T81" fmla="*/ 2667 h 11872"/>
                <a:gd name="T82" fmla="*/ 7188 w 16128"/>
                <a:gd name="T83" fmla="*/ 11462 h 11872"/>
                <a:gd name="T84" fmla="*/ 7074 w 16128"/>
                <a:gd name="T85" fmla="*/ 11550 h 11872"/>
                <a:gd name="T86" fmla="*/ 6943 w 16128"/>
                <a:gd name="T87" fmla="*/ 11632 h 11872"/>
                <a:gd name="T88" fmla="*/ 6801 w 16128"/>
                <a:gd name="T89" fmla="*/ 11706 h 11872"/>
                <a:gd name="T90" fmla="*/ 6652 w 16128"/>
                <a:gd name="T91" fmla="*/ 11767 h 11872"/>
                <a:gd name="T92" fmla="*/ 6500 w 16128"/>
                <a:gd name="T93" fmla="*/ 11817 h 11872"/>
                <a:gd name="T94" fmla="*/ 6349 w 16128"/>
                <a:gd name="T95" fmla="*/ 11852 h 11872"/>
                <a:gd name="T96" fmla="*/ 6205 w 16128"/>
                <a:gd name="T97" fmla="*/ 11870 h 11872"/>
                <a:gd name="T98" fmla="*/ 5352 w 16128"/>
                <a:gd name="T99" fmla="*/ 11871 h 11872"/>
                <a:gd name="T100" fmla="*/ 5210 w 16128"/>
                <a:gd name="T101" fmla="*/ 11858 h 11872"/>
                <a:gd name="T102" fmla="*/ 5062 w 16128"/>
                <a:gd name="T103" fmla="*/ 11827 h 11872"/>
                <a:gd name="T104" fmla="*/ 4910 w 16128"/>
                <a:gd name="T105" fmla="*/ 11780 h 11872"/>
                <a:gd name="T106" fmla="*/ 4760 w 16128"/>
                <a:gd name="T107" fmla="*/ 11722 h 11872"/>
                <a:gd name="T108" fmla="*/ 4615 w 16128"/>
                <a:gd name="T109" fmla="*/ 11651 h 11872"/>
                <a:gd name="T110" fmla="*/ 4481 w 16128"/>
                <a:gd name="T111" fmla="*/ 11572 h 11872"/>
                <a:gd name="T112" fmla="*/ 4363 w 16128"/>
                <a:gd name="T113" fmla="*/ 11484 h 11872"/>
                <a:gd name="T114" fmla="*/ 187 w 16128"/>
                <a:gd name="T115" fmla="*/ 7297 h 1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128" h="11872">
                  <a:moveTo>
                    <a:pt x="187" y="7297"/>
                  </a:moveTo>
                  <a:lnTo>
                    <a:pt x="164" y="7273"/>
                  </a:lnTo>
                  <a:lnTo>
                    <a:pt x="143" y="7248"/>
                  </a:lnTo>
                  <a:lnTo>
                    <a:pt x="124" y="7223"/>
                  </a:lnTo>
                  <a:lnTo>
                    <a:pt x="106" y="7196"/>
                  </a:lnTo>
                  <a:lnTo>
                    <a:pt x="89" y="7168"/>
                  </a:lnTo>
                  <a:lnTo>
                    <a:pt x="74" y="7141"/>
                  </a:lnTo>
                  <a:lnTo>
                    <a:pt x="59" y="7113"/>
                  </a:lnTo>
                  <a:lnTo>
                    <a:pt x="46" y="7084"/>
                  </a:lnTo>
                  <a:lnTo>
                    <a:pt x="35" y="7054"/>
                  </a:lnTo>
                  <a:lnTo>
                    <a:pt x="26" y="7024"/>
                  </a:lnTo>
                  <a:lnTo>
                    <a:pt x="18" y="6994"/>
                  </a:lnTo>
                  <a:lnTo>
                    <a:pt x="12" y="6964"/>
                  </a:lnTo>
                  <a:lnTo>
                    <a:pt x="6" y="6933"/>
                  </a:lnTo>
                  <a:lnTo>
                    <a:pt x="3" y="6902"/>
                  </a:lnTo>
                  <a:lnTo>
                    <a:pt x="1" y="6871"/>
                  </a:lnTo>
                  <a:lnTo>
                    <a:pt x="0" y="6841"/>
                  </a:lnTo>
                  <a:lnTo>
                    <a:pt x="1" y="6809"/>
                  </a:lnTo>
                  <a:lnTo>
                    <a:pt x="3" y="6778"/>
                  </a:lnTo>
                  <a:lnTo>
                    <a:pt x="7" y="6747"/>
                  </a:lnTo>
                  <a:lnTo>
                    <a:pt x="12" y="6717"/>
                  </a:lnTo>
                  <a:lnTo>
                    <a:pt x="18" y="6687"/>
                  </a:lnTo>
                  <a:lnTo>
                    <a:pt x="26" y="6656"/>
                  </a:lnTo>
                  <a:lnTo>
                    <a:pt x="36" y="6626"/>
                  </a:lnTo>
                  <a:lnTo>
                    <a:pt x="47" y="6597"/>
                  </a:lnTo>
                  <a:lnTo>
                    <a:pt x="59" y="6569"/>
                  </a:lnTo>
                  <a:lnTo>
                    <a:pt x="74" y="6539"/>
                  </a:lnTo>
                  <a:lnTo>
                    <a:pt x="90" y="6512"/>
                  </a:lnTo>
                  <a:lnTo>
                    <a:pt x="106" y="6485"/>
                  </a:lnTo>
                  <a:lnTo>
                    <a:pt x="125" y="6459"/>
                  </a:lnTo>
                  <a:lnTo>
                    <a:pt x="144" y="6432"/>
                  </a:lnTo>
                  <a:lnTo>
                    <a:pt x="165" y="6408"/>
                  </a:lnTo>
                  <a:lnTo>
                    <a:pt x="188" y="6384"/>
                  </a:lnTo>
                  <a:lnTo>
                    <a:pt x="1801" y="4771"/>
                  </a:lnTo>
                  <a:lnTo>
                    <a:pt x="1824" y="4748"/>
                  </a:lnTo>
                  <a:lnTo>
                    <a:pt x="1850" y="4727"/>
                  </a:lnTo>
                  <a:lnTo>
                    <a:pt x="1876" y="4707"/>
                  </a:lnTo>
                  <a:lnTo>
                    <a:pt x="1902" y="4689"/>
                  </a:lnTo>
                  <a:lnTo>
                    <a:pt x="1929" y="4671"/>
                  </a:lnTo>
                  <a:lnTo>
                    <a:pt x="1957" y="4656"/>
                  </a:lnTo>
                  <a:lnTo>
                    <a:pt x="1985" y="4642"/>
                  </a:lnTo>
                  <a:lnTo>
                    <a:pt x="2014" y="4630"/>
                  </a:lnTo>
                  <a:lnTo>
                    <a:pt x="2043" y="4619"/>
                  </a:lnTo>
                  <a:lnTo>
                    <a:pt x="2073" y="4609"/>
                  </a:lnTo>
                  <a:lnTo>
                    <a:pt x="2104" y="4601"/>
                  </a:lnTo>
                  <a:lnTo>
                    <a:pt x="2134" y="4595"/>
                  </a:lnTo>
                  <a:lnTo>
                    <a:pt x="2164" y="4590"/>
                  </a:lnTo>
                  <a:lnTo>
                    <a:pt x="2195" y="4586"/>
                  </a:lnTo>
                  <a:lnTo>
                    <a:pt x="2227" y="4584"/>
                  </a:lnTo>
                  <a:lnTo>
                    <a:pt x="2257" y="4583"/>
                  </a:lnTo>
                  <a:lnTo>
                    <a:pt x="2288" y="4584"/>
                  </a:lnTo>
                  <a:lnTo>
                    <a:pt x="2319" y="4586"/>
                  </a:lnTo>
                  <a:lnTo>
                    <a:pt x="2350" y="4590"/>
                  </a:lnTo>
                  <a:lnTo>
                    <a:pt x="2381" y="4595"/>
                  </a:lnTo>
                  <a:lnTo>
                    <a:pt x="2411" y="4601"/>
                  </a:lnTo>
                  <a:lnTo>
                    <a:pt x="2441" y="4609"/>
                  </a:lnTo>
                  <a:lnTo>
                    <a:pt x="2472" y="4619"/>
                  </a:lnTo>
                  <a:lnTo>
                    <a:pt x="2501" y="4630"/>
                  </a:lnTo>
                  <a:lnTo>
                    <a:pt x="2529" y="4642"/>
                  </a:lnTo>
                  <a:lnTo>
                    <a:pt x="2558" y="4656"/>
                  </a:lnTo>
                  <a:lnTo>
                    <a:pt x="2586" y="4671"/>
                  </a:lnTo>
                  <a:lnTo>
                    <a:pt x="2613" y="4689"/>
                  </a:lnTo>
                  <a:lnTo>
                    <a:pt x="2639" y="4707"/>
                  </a:lnTo>
                  <a:lnTo>
                    <a:pt x="2665" y="4727"/>
                  </a:lnTo>
                  <a:lnTo>
                    <a:pt x="2689" y="4748"/>
                  </a:lnTo>
                  <a:lnTo>
                    <a:pt x="2714" y="4770"/>
                  </a:lnTo>
                  <a:lnTo>
                    <a:pt x="5332" y="7384"/>
                  </a:lnTo>
                  <a:lnTo>
                    <a:pt x="5357" y="7406"/>
                  </a:lnTo>
                  <a:lnTo>
                    <a:pt x="5382" y="7427"/>
                  </a:lnTo>
                  <a:lnTo>
                    <a:pt x="5407" y="7448"/>
                  </a:lnTo>
                  <a:lnTo>
                    <a:pt x="5433" y="7466"/>
                  </a:lnTo>
                  <a:lnTo>
                    <a:pt x="5460" y="7483"/>
                  </a:lnTo>
                  <a:lnTo>
                    <a:pt x="5489" y="7498"/>
                  </a:lnTo>
                  <a:lnTo>
                    <a:pt x="5517" y="7512"/>
                  </a:lnTo>
                  <a:lnTo>
                    <a:pt x="5546" y="7524"/>
                  </a:lnTo>
                  <a:lnTo>
                    <a:pt x="5575" y="7535"/>
                  </a:lnTo>
                  <a:lnTo>
                    <a:pt x="5604" y="7545"/>
                  </a:lnTo>
                  <a:lnTo>
                    <a:pt x="5635" y="7553"/>
                  </a:lnTo>
                  <a:lnTo>
                    <a:pt x="5665" y="7559"/>
                  </a:lnTo>
                  <a:lnTo>
                    <a:pt x="5696" y="7565"/>
                  </a:lnTo>
                  <a:lnTo>
                    <a:pt x="5726" y="7569"/>
                  </a:lnTo>
                  <a:lnTo>
                    <a:pt x="5758" y="7571"/>
                  </a:lnTo>
                  <a:lnTo>
                    <a:pt x="5789" y="7572"/>
                  </a:lnTo>
                  <a:lnTo>
                    <a:pt x="5819" y="7571"/>
                  </a:lnTo>
                  <a:lnTo>
                    <a:pt x="5850" y="7569"/>
                  </a:lnTo>
                  <a:lnTo>
                    <a:pt x="5882" y="7565"/>
                  </a:lnTo>
                  <a:lnTo>
                    <a:pt x="5912" y="7559"/>
                  </a:lnTo>
                  <a:lnTo>
                    <a:pt x="5942" y="7552"/>
                  </a:lnTo>
                  <a:lnTo>
                    <a:pt x="5972" y="7544"/>
                  </a:lnTo>
                  <a:lnTo>
                    <a:pt x="6003" y="7535"/>
                  </a:lnTo>
                  <a:lnTo>
                    <a:pt x="6032" y="7524"/>
                  </a:lnTo>
                  <a:lnTo>
                    <a:pt x="6060" y="7512"/>
                  </a:lnTo>
                  <a:lnTo>
                    <a:pt x="6089" y="7498"/>
                  </a:lnTo>
                  <a:lnTo>
                    <a:pt x="6117" y="7482"/>
                  </a:lnTo>
                  <a:lnTo>
                    <a:pt x="6144" y="7465"/>
                  </a:lnTo>
                  <a:lnTo>
                    <a:pt x="6170" y="7447"/>
                  </a:lnTo>
                  <a:lnTo>
                    <a:pt x="6196" y="7426"/>
                  </a:lnTo>
                  <a:lnTo>
                    <a:pt x="6220" y="7405"/>
                  </a:lnTo>
                  <a:lnTo>
                    <a:pt x="6245" y="7383"/>
                  </a:lnTo>
                  <a:lnTo>
                    <a:pt x="13421" y="190"/>
                  </a:lnTo>
                  <a:lnTo>
                    <a:pt x="13445" y="166"/>
                  </a:lnTo>
                  <a:lnTo>
                    <a:pt x="13470" y="145"/>
                  </a:lnTo>
                  <a:lnTo>
                    <a:pt x="13495" y="125"/>
                  </a:lnTo>
                  <a:lnTo>
                    <a:pt x="13521" y="107"/>
                  </a:lnTo>
                  <a:lnTo>
                    <a:pt x="13549" y="90"/>
                  </a:lnTo>
                  <a:lnTo>
                    <a:pt x="13577" y="75"/>
                  </a:lnTo>
                  <a:lnTo>
                    <a:pt x="13605" y="60"/>
                  </a:lnTo>
                  <a:lnTo>
                    <a:pt x="13634" y="47"/>
                  </a:lnTo>
                  <a:lnTo>
                    <a:pt x="13663" y="36"/>
                  </a:lnTo>
                  <a:lnTo>
                    <a:pt x="13693" y="27"/>
                  </a:lnTo>
                  <a:lnTo>
                    <a:pt x="13723" y="19"/>
                  </a:lnTo>
                  <a:lnTo>
                    <a:pt x="13753" y="12"/>
                  </a:lnTo>
                  <a:lnTo>
                    <a:pt x="13784" y="7"/>
                  </a:lnTo>
                  <a:lnTo>
                    <a:pt x="13815" y="3"/>
                  </a:lnTo>
                  <a:lnTo>
                    <a:pt x="13846" y="1"/>
                  </a:lnTo>
                  <a:lnTo>
                    <a:pt x="13877" y="0"/>
                  </a:lnTo>
                  <a:lnTo>
                    <a:pt x="13908" y="1"/>
                  </a:lnTo>
                  <a:lnTo>
                    <a:pt x="13939" y="3"/>
                  </a:lnTo>
                  <a:lnTo>
                    <a:pt x="13970" y="6"/>
                  </a:lnTo>
                  <a:lnTo>
                    <a:pt x="14000" y="11"/>
                  </a:lnTo>
                  <a:lnTo>
                    <a:pt x="14031" y="18"/>
                  </a:lnTo>
                  <a:lnTo>
                    <a:pt x="14062" y="26"/>
                  </a:lnTo>
                  <a:lnTo>
                    <a:pt x="14091" y="35"/>
                  </a:lnTo>
                  <a:lnTo>
                    <a:pt x="14120" y="46"/>
                  </a:lnTo>
                  <a:lnTo>
                    <a:pt x="14149" y="58"/>
                  </a:lnTo>
                  <a:lnTo>
                    <a:pt x="14178" y="73"/>
                  </a:lnTo>
                  <a:lnTo>
                    <a:pt x="14206" y="88"/>
                  </a:lnTo>
                  <a:lnTo>
                    <a:pt x="14233" y="105"/>
                  </a:lnTo>
                  <a:lnTo>
                    <a:pt x="14259" y="123"/>
                  </a:lnTo>
                  <a:lnTo>
                    <a:pt x="14285" y="143"/>
                  </a:lnTo>
                  <a:lnTo>
                    <a:pt x="14310" y="164"/>
                  </a:lnTo>
                  <a:lnTo>
                    <a:pt x="14334" y="186"/>
                  </a:lnTo>
                  <a:lnTo>
                    <a:pt x="15938" y="1780"/>
                  </a:lnTo>
                  <a:lnTo>
                    <a:pt x="15962" y="1804"/>
                  </a:lnTo>
                  <a:lnTo>
                    <a:pt x="15983" y="1829"/>
                  </a:lnTo>
                  <a:lnTo>
                    <a:pt x="16003" y="1855"/>
                  </a:lnTo>
                  <a:lnTo>
                    <a:pt x="16021" y="1881"/>
                  </a:lnTo>
                  <a:lnTo>
                    <a:pt x="16038" y="1908"/>
                  </a:lnTo>
                  <a:lnTo>
                    <a:pt x="16053" y="1935"/>
                  </a:lnTo>
                  <a:lnTo>
                    <a:pt x="16068" y="1964"/>
                  </a:lnTo>
                  <a:lnTo>
                    <a:pt x="16081" y="1993"/>
                  </a:lnTo>
                  <a:lnTo>
                    <a:pt x="16092" y="2022"/>
                  </a:lnTo>
                  <a:lnTo>
                    <a:pt x="16101" y="2051"/>
                  </a:lnTo>
                  <a:lnTo>
                    <a:pt x="16109" y="2082"/>
                  </a:lnTo>
                  <a:lnTo>
                    <a:pt x="16116" y="2112"/>
                  </a:lnTo>
                  <a:lnTo>
                    <a:pt x="16121" y="2143"/>
                  </a:lnTo>
                  <a:lnTo>
                    <a:pt x="16125" y="2173"/>
                  </a:lnTo>
                  <a:lnTo>
                    <a:pt x="16127" y="2205"/>
                  </a:lnTo>
                  <a:lnTo>
                    <a:pt x="16128" y="2236"/>
                  </a:lnTo>
                  <a:lnTo>
                    <a:pt x="16127" y="2266"/>
                  </a:lnTo>
                  <a:lnTo>
                    <a:pt x="16125" y="2297"/>
                  </a:lnTo>
                  <a:lnTo>
                    <a:pt x="16122" y="2328"/>
                  </a:lnTo>
                  <a:lnTo>
                    <a:pt x="16117" y="2359"/>
                  </a:lnTo>
                  <a:lnTo>
                    <a:pt x="16110" y="2389"/>
                  </a:lnTo>
                  <a:lnTo>
                    <a:pt x="16102" y="2419"/>
                  </a:lnTo>
                  <a:lnTo>
                    <a:pt x="16093" y="2449"/>
                  </a:lnTo>
                  <a:lnTo>
                    <a:pt x="16082" y="2478"/>
                  </a:lnTo>
                  <a:lnTo>
                    <a:pt x="16069" y="2507"/>
                  </a:lnTo>
                  <a:lnTo>
                    <a:pt x="16055" y="2535"/>
                  </a:lnTo>
                  <a:lnTo>
                    <a:pt x="16039" y="2564"/>
                  </a:lnTo>
                  <a:lnTo>
                    <a:pt x="16023" y="2591"/>
                  </a:lnTo>
                  <a:lnTo>
                    <a:pt x="16004" y="2617"/>
                  </a:lnTo>
                  <a:lnTo>
                    <a:pt x="15985" y="2642"/>
                  </a:lnTo>
                  <a:lnTo>
                    <a:pt x="15964" y="2667"/>
                  </a:lnTo>
                  <a:lnTo>
                    <a:pt x="15941" y="2692"/>
                  </a:lnTo>
                  <a:lnTo>
                    <a:pt x="7238" y="11415"/>
                  </a:lnTo>
                  <a:lnTo>
                    <a:pt x="7214" y="11439"/>
                  </a:lnTo>
                  <a:lnTo>
                    <a:pt x="7188" y="11462"/>
                  </a:lnTo>
                  <a:lnTo>
                    <a:pt x="7162" y="11485"/>
                  </a:lnTo>
                  <a:lnTo>
                    <a:pt x="7134" y="11507"/>
                  </a:lnTo>
                  <a:lnTo>
                    <a:pt x="7104" y="11529"/>
                  </a:lnTo>
                  <a:lnTo>
                    <a:pt x="7074" y="11550"/>
                  </a:lnTo>
                  <a:lnTo>
                    <a:pt x="7043" y="11572"/>
                  </a:lnTo>
                  <a:lnTo>
                    <a:pt x="7011" y="11593"/>
                  </a:lnTo>
                  <a:lnTo>
                    <a:pt x="6977" y="11613"/>
                  </a:lnTo>
                  <a:lnTo>
                    <a:pt x="6943" y="11632"/>
                  </a:lnTo>
                  <a:lnTo>
                    <a:pt x="6909" y="11651"/>
                  </a:lnTo>
                  <a:lnTo>
                    <a:pt x="6874" y="11670"/>
                  </a:lnTo>
                  <a:lnTo>
                    <a:pt x="6837" y="11688"/>
                  </a:lnTo>
                  <a:lnTo>
                    <a:pt x="6801" y="11706"/>
                  </a:lnTo>
                  <a:lnTo>
                    <a:pt x="6765" y="11722"/>
                  </a:lnTo>
                  <a:lnTo>
                    <a:pt x="6727" y="11738"/>
                  </a:lnTo>
                  <a:lnTo>
                    <a:pt x="6689" y="11753"/>
                  </a:lnTo>
                  <a:lnTo>
                    <a:pt x="6652" y="11767"/>
                  </a:lnTo>
                  <a:lnTo>
                    <a:pt x="6613" y="11781"/>
                  </a:lnTo>
                  <a:lnTo>
                    <a:pt x="6576" y="11793"/>
                  </a:lnTo>
                  <a:lnTo>
                    <a:pt x="6538" y="11805"/>
                  </a:lnTo>
                  <a:lnTo>
                    <a:pt x="6500" y="11817"/>
                  </a:lnTo>
                  <a:lnTo>
                    <a:pt x="6461" y="11827"/>
                  </a:lnTo>
                  <a:lnTo>
                    <a:pt x="6424" y="11836"/>
                  </a:lnTo>
                  <a:lnTo>
                    <a:pt x="6387" y="11844"/>
                  </a:lnTo>
                  <a:lnTo>
                    <a:pt x="6349" y="11852"/>
                  </a:lnTo>
                  <a:lnTo>
                    <a:pt x="6313" y="11858"/>
                  </a:lnTo>
                  <a:lnTo>
                    <a:pt x="6277" y="11863"/>
                  </a:lnTo>
                  <a:lnTo>
                    <a:pt x="6241" y="11867"/>
                  </a:lnTo>
                  <a:lnTo>
                    <a:pt x="6205" y="11870"/>
                  </a:lnTo>
                  <a:lnTo>
                    <a:pt x="6171" y="11871"/>
                  </a:lnTo>
                  <a:lnTo>
                    <a:pt x="6138" y="11872"/>
                  </a:lnTo>
                  <a:lnTo>
                    <a:pt x="5386" y="11872"/>
                  </a:lnTo>
                  <a:lnTo>
                    <a:pt x="5352" y="11871"/>
                  </a:lnTo>
                  <a:lnTo>
                    <a:pt x="5318" y="11870"/>
                  </a:lnTo>
                  <a:lnTo>
                    <a:pt x="5283" y="11867"/>
                  </a:lnTo>
                  <a:lnTo>
                    <a:pt x="5247" y="11863"/>
                  </a:lnTo>
                  <a:lnTo>
                    <a:pt x="5210" y="11858"/>
                  </a:lnTo>
                  <a:lnTo>
                    <a:pt x="5174" y="11851"/>
                  </a:lnTo>
                  <a:lnTo>
                    <a:pt x="5137" y="11844"/>
                  </a:lnTo>
                  <a:lnTo>
                    <a:pt x="5099" y="11836"/>
                  </a:lnTo>
                  <a:lnTo>
                    <a:pt x="5062" y="11827"/>
                  </a:lnTo>
                  <a:lnTo>
                    <a:pt x="5024" y="11817"/>
                  </a:lnTo>
                  <a:lnTo>
                    <a:pt x="4986" y="11805"/>
                  </a:lnTo>
                  <a:lnTo>
                    <a:pt x="4948" y="11793"/>
                  </a:lnTo>
                  <a:lnTo>
                    <a:pt x="4910" y="11780"/>
                  </a:lnTo>
                  <a:lnTo>
                    <a:pt x="4872" y="11767"/>
                  </a:lnTo>
                  <a:lnTo>
                    <a:pt x="4834" y="11753"/>
                  </a:lnTo>
                  <a:lnTo>
                    <a:pt x="4796" y="11738"/>
                  </a:lnTo>
                  <a:lnTo>
                    <a:pt x="4760" y="11722"/>
                  </a:lnTo>
                  <a:lnTo>
                    <a:pt x="4722" y="11705"/>
                  </a:lnTo>
                  <a:lnTo>
                    <a:pt x="4686" y="11688"/>
                  </a:lnTo>
                  <a:lnTo>
                    <a:pt x="4650" y="11669"/>
                  </a:lnTo>
                  <a:lnTo>
                    <a:pt x="4615" y="11651"/>
                  </a:lnTo>
                  <a:lnTo>
                    <a:pt x="4580" y="11632"/>
                  </a:lnTo>
                  <a:lnTo>
                    <a:pt x="4546" y="11612"/>
                  </a:lnTo>
                  <a:lnTo>
                    <a:pt x="4513" y="11592"/>
                  </a:lnTo>
                  <a:lnTo>
                    <a:pt x="4481" y="11572"/>
                  </a:lnTo>
                  <a:lnTo>
                    <a:pt x="4449" y="11550"/>
                  </a:lnTo>
                  <a:lnTo>
                    <a:pt x="4419" y="11528"/>
                  </a:lnTo>
                  <a:lnTo>
                    <a:pt x="4390" y="11506"/>
                  </a:lnTo>
                  <a:lnTo>
                    <a:pt x="4363" y="11484"/>
                  </a:lnTo>
                  <a:lnTo>
                    <a:pt x="4335" y="11462"/>
                  </a:lnTo>
                  <a:lnTo>
                    <a:pt x="4310" y="11439"/>
                  </a:lnTo>
                  <a:lnTo>
                    <a:pt x="4286" y="11414"/>
                  </a:lnTo>
                  <a:lnTo>
                    <a:pt x="187" y="7297"/>
                  </a:lnTo>
                  <a:close/>
                </a:path>
              </a:pathLst>
            </a:custGeom>
            <a:gradFill>
              <a:gsLst>
                <a:gs pos="0">
                  <a:srgbClr val="00B5EF"/>
                </a:gs>
                <a:gs pos="100000">
                  <a:srgbClr val="FF59A3"/>
                </a:gs>
              </a:gsLst>
              <a:lin ang="2700000" scaled="0"/>
            </a:gradFill>
            <a:ln w="19050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0B5EF"/>
                    </a:gs>
                    <a:gs pos="100000">
                      <a:srgbClr val="FF59A3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Poppins Light" panose="02000000000000000000" pitchFamily="2" charset="0"/>
                <a:ea typeface="Open Sans" panose="020B0606030504020204" pitchFamily="34" charset="0"/>
                <a:cs typeface="Poppins Light" panose="02000000000000000000" pitchFamily="2" charset="0"/>
              </a:endParaRPr>
            </a:p>
          </p:txBody>
        </p:sp>
        <p:grpSp>
          <p:nvGrpSpPr>
            <p:cNvPr id="90" name="Группа 89">
              <a:extLst>
                <a:ext uri="{FF2B5EF4-FFF2-40B4-BE49-F238E27FC236}">
                  <a16:creationId xmlns:a16="http://schemas.microsoft.com/office/drawing/2014/main" id="{F0914D90-476A-4C36-9D60-71401217F686}"/>
                </a:ext>
              </a:extLst>
            </p:cNvPr>
            <p:cNvGrpSpPr/>
            <p:nvPr/>
          </p:nvGrpSpPr>
          <p:grpSpPr>
            <a:xfrm>
              <a:off x="5161307" y="3516142"/>
              <a:ext cx="2364432" cy="399745"/>
              <a:chOff x="1049328" y="2957601"/>
              <a:chExt cx="2364432" cy="399745"/>
            </a:xfrm>
          </p:grpSpPr>
          <p:sp>
            <p:nvSpPr>
              <p:cNvPr id="97" name="Freeform 229">
                <a:extLst>
                  <a:ext uri="{FF2B5EF4-FFF2-40B4-BE49-F238E27FC236}">
                    <a16:creationId xmlns:a16="http://schemas.microsoft.com/office/drawing/2014/main" id="{2772834D-D38F-4368-81D2-4713C97F3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9328" y="2957601"/>
                <a:ext cx="197678" cy="135731"/>
              </a:xfrm>
              <a:custGeom>
                <a:avLst/>
                <a:gdLst>
                  <a:gd name="T0" fmla="*/ 124 w 16128"/>
                  <a:gd name="T1" fmla="*/ 7223 h 11872"/>
                  <a:gd name="T2" fmla="*/ 59 w 16128"/>
                  <a:gd name="T3" fmla="*/ 7113 h 11872"/>
                  <a:gd name="T4" fmla="*/ 18 w 16128"/>
                  <a:gd name="T5" fmla="*/ 6994 h 11872"/>
                  <a:gd name="T6" fmla="*/ 1 w 16128"/>
                  <a:gd name="T7" fmla="*/ 6871 h 11872"/>
                  <a:gd name="T8" fmla="*/ 7 w 16128"/>
                  <a:gd name="T9" fmla="*/ 6747 h 11872"/>
                  <a:gd name="T10" fmla="*/ 36 w 16128"/>
                  <a:gd name="T11" fmla="*/ 6626 h 11872"/>
                  <a:gd name="T12" fmla="*/ 90 w 16128"/>
                  <a:gd name="T13" fmla="*/ 6512 h 11872"/>
                  <a:gd name="T14" fmla="*/ 165 w 16128"/>
                  <a:gd name="T15" fmla="*/ 6408 h 11872"/>
                  <a:gd name="T16" fmla="*/ 1850 w 16128"/>
                  <a:gd name="T17" fmla="*/ 4727 h 11872"/>
                  <a:gd name="T18" fmla="*/ 1957 w 16128"/>
                  <a:gd name="T19" fmla="*/ 4656 h 11872"/>
                  <a:gd name="T20" fmla="*/ 2073 w 16128"/>
                  <a:gd name="T21" fmla="*/ 4609 h 11872"/>
                  <a:gd name="T22" fmla="*/ 2195 w 16128"/>
                  <a:gd name="T23" fmla="*/ 4586 h 11872"/>
                  <a:gd name="T24" fmla="*/ 2319 w 16128"/>
                  <a:gd name="T25" fmla="*/ 4586 h 11872"/>
                  <a:gd name="T26" fmla="*/ 2441 w 16128"/>
                  <a:gd name="T27" fmla="*/ 4609 h 11872"/>
                  <a:gd name="T28" fmla="*/ 2558 w 16128"/>
                  <a:gd name="T29" fmla="*/ 4656 h 11872"/>
                  <a:gd name="T30" fmla="*/ 2665 w 16128"/>
                  <a:gd name="T31" fmla="*/ 4727 h 11872"/>
                  <a:gd name="T32" fmla="*/ 5357 w 16128"/>
                  <a:gd name="T33" fmla="*/ 7406 h 11872"/>
                  <a:gd name="T34" fmla="*/ 5460 w 16128"/>
                  <a:gd name="T35" fmla="*/ 7483 h 11872"/>
                  <a:gd name="T36" fmla="*/ 5575 w 16128"/>
                  <a:gd name="T37" fmla="*/ 7535 h 11872"/>
                  <a:gd name="T38" fmla="*/ 5696 w 16128"/>
                  <a:gd name="T39" fmla="*/ 7565 h 11872"/>
                  <a:gd name="T40" fmla="*/ 5819 w 16128"/>
                  <a:gd name="T41" fmla="*/ 7571 h 11872"/>
                  <a:gd name="T42" fmla="*/ 5942 w 16128"/>
                  <a:gd name="T43" fmla="*/ 7552 h 11872"/>
                  <a:gd name="T44" fmla="*/ 6060 w 16128"/>
                  <a:gd name="T45" fmla="*/ 7512 h 11872"/>
                  <a:gd name="T46" fmla="*/ 6170 w 16128"/>
                  <a:gd name="T47" fmla="*/ 7447 h 11872"/>
                  <a:gd name="T48" fmla="*/ 13421 w 16128"/>
                  <a:gd name="T49" fmla="*/ 190 h 11872"/>
                  <a:gd name="T50" fmla="*/ 13521 w 16128"/>
                  <a:gd name="T51" fmla="*/ 107 h 11872"/>
                  <a:gd name="T52" fmla="*/ 13634 w 16128"/>
                  <a:gd name="T53" fmla="*/ 47 h 11872"/>
                  <a:gd name="T54" fmla="*/ 13753 w 16128"/>
                  <a:gd name="T55" fmla="*/ 12 h 11872"/>
                  <a:gd name="T56" fmla="*/ 13877 w 16128"/>
                  <a:gd name="T57" fmla="*/ 0 h 11872"/>
                  <a:gd name="T58" fmla="*/ 14000 w 16128"/>
                  <a:gd name="T59" fmla="*/ 11 h 11872"/>
                  <a:gd name="T60" fmla="*/ 14120 w 16128"/>
                  <a:gd name="T61" fmla="*/ 46 h 11872"/>
                  <a:gd name="T62" fmla="*/ 14233 w 16128"/>
                  <a:gd name="T63" fmla="*/ 105 h 11872"/>
                  <a:gd name="T64" fmla="*/ 14334 w 16128"/>
                  <a:gd name="T65" fmla="*/ 186 h 11872"/>
                  <a:gd name="T66" fmla="*/ 16003 w 16128"/>
                  <a:gd name="T67" fmla="*/ 1855 h 11872"/>
                  <a:gd name="T68" fmla="*/ 16068 w 16128"/>
                  <a:gd name="T69" fmla="*/ 1964 h 11872"/>
                  <a:gd name="T70" fmla="*/ 16109 w 16128"/>
                  <a:gd name="T71" fmla="*/ 2082 h 11872"/>
                  <a:gd name="T72" fmla="*/ 16127 w 16128"/>
                  <a:gd name="T73" fmla="*/ 2205 h 11872"/>
                  <a:gd name="T74" fmla="*/ 16122 w 16128"/>
                  <a:gd name="T75" fmla="*/ 2328 h 11872"/>
                  <a:gd name="T76" fmla="*/ 16093 w 16128"/>
                  <a:gd name="T77" fmla="*/ 2449 h 11872"/>
                  <a:gd name="T78" fmla="*/ 16039 w 16128"/>
                  <a:gd name="T79" fmla="*/ 2564 h 11872"/>
                  <a:gd name="T80" fmla="*/ 15964 w 16128"/>
                  <a:gd name="T81" fmla="*/ 2667 h 11872"/>
                  <a:gd name="T82" fmla="*/ 7188 w 16128"/>
                  <a:gd name="T83" fmla="*/ 11462 h 11872"/>
                  <a:gd name="T84" fmla="*/ 7074 w 16128"/>
                  <a:gd name="T85" fmla="*/ 11550 h 11872"/>
                  <a:gd name="T86" fmla="*/ 6943 w 16128"/>
                  <a:gd name="T87" fmla="*/ 11632 h 11872"/>
                  <a:gd name="T88" fmla="*/ 6801 w 16128"/>
                  <a:gd name="T89" fmla="*/ 11706 h 11872"/>
                  <a:gd name="T90" fmla="*/ 6652 w 16128"/>
                  <a:gd name="T91" fmla="*/ 11767 h 11872"/>
                  <a:gd name="T92" fmla="*/ 6500 w 16128"/>
                  <a:gd name="T93" fmla="*/ 11817 h 11872"/>
                  <a:gd name="T94" fmla="*/ 6349 w 16128"/>
                  <a:gd name="T95" fmla="*/ 11852 h 11872"/>
                  <a:gd name="T96" fmla="*/ 6205 w 16128"/>
                  <a:gd name="T97" fmla="*/ 11870 h 11872"/>
                  <a:gd name="T98" fmla="*/ 5352 w 16128"/>
                  <a:gd name="T99" fmla="*/ 11871 h 11872"/>
                  <a:gd name="T100" fmla="*/ 5210 w 16128"/>
                  <a:gd name="T101" fmla="*/ 11858 h 11872"/>
                  <a:gd name="T102" fmla="*/ 5062 w 16128"/>
                  <a:gd name="T103" fmla="*/ 11827 h 11872"/>
                  <a:gd name="T104" fmla="*/ 4910 w 16128"/>
                  <a:gd name="T105" fmla="*/ 11780 h 11872"/>
                  <a:gd name="T106" fmla="*/ 4760 w 16128"/>
                  <a:gd name="T107" fmla="*/ 11722 h 11872"/>
                  <a:gd name="T108" fmla="*/ 4615 w 16128"/>
                  <a:gd name="T109" fmla="*/ 11651 h 11872"/>
                  <a:gd name="T110" fmla="*/ 4481 w 16128"/>
                  <a:gd name="T111" fmla="*/ 11572 h 11872"/>
                  <a:gd name="T112" fmla="*/ 4363 w 16128"/>
                  <a:gd name="T113" fmla="*/ 11484 h 11872"/>
                  <a:gd name="T114" fmla="*/ 187 w 16128"/>
                  <a:gd name="T115" fmla="*/ 7297 h 11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128" h="11872">
                    <a:moveTo>
                      <a:pt x="187" y="7297"/>
                    </a:moveTo>
                    <a:lnTo>
                      <a:pt x="164" y="7273"/>
                    </a:lnTo>
                    <a:lnTo>
                      <a:pt x="143" y="7248"/>
                    </a:lnTo>
                    <a:lnTo>
                      <a:pt x="124" y="7223"/>
                    </a:lnTo>
                    <a:lnTo>
                      <a:pt x="106" y="7196"/>
                    </a:lnTo>
                    <a:lnTo>
                      <a:pt x="89" y="7168"/>
                    </a:lnTo>
                    <a:lnTo>
                      <a:pt x="74" y="7141"/>
                    </a:lnTo>
                    <a:lnTo>
                      <a:pt x="59" y="7113"/>
                    </a:lnTo>
                    <a:lnTo>
                      <a:pt x="46" y="7084"/>
                    </a:lnTo>
                    <a:lnTo>
                      <a:pt x="35" y="7054"/>
                    </a:lnTo>
                    <a:lnTo>
                      <a:pt x="26" y="7024"/>
                    </a:lnTo>
                    <a:lnTo>
                      <a:pt x="18" y="6994"/>
                    </a:lnTo>
                    <a:lnTo>
                      <a:pt x="12" y="6964"/>
                    </a:lnTo>
                    <a:lnTo>
                      <a:pt x="6" y="6933"/>
                    </a:lnTo>
                    <a:lnTo>
                      <a:pt x="3" y="6902"/>
                    </a:lnTo>
                    <a:lnTo>
                      <a:pt x="1" y="6871"/>
                    </a:lnTo>
                    <a:lnTo>
                      <a:pt x="0" y="6841"/>
                    </a:lnTo>
                    <a:lnTo>
                      <a:pt x="1" y="6809"/>
                    </a:lnTo>
                    <a:lnTo>
                      <a:pt x="3" y="6778"/>
                    </a:lnTo>
                    <a:lnTo>
                      <a:pt x="7" y="6747"/>
                    </a:lnTo>
                    <a:lnTo>
                      <a:pt x="12" y="6717"/>
                    </a:lnTo>
                    <a:lnTo>
                      <a:pt x="18" y="6687"/>
                    </a:lnTo>
                    <a:lnTo>
                      <a:pt x="26" y="6656"/>
                    </a:lnTo>
                    <a:lnTo>
                      <a:pt x="36" y="6626"/>
                    </a:lnTo>
                    <a:lnTo>
                      <a:pt x="47" y="6597"/>
                    </a:lnTo>
                    <a:lnTo>
                      <a:pt x="59" y="6569"/>
                    </a:lnTo>
                    <a:lnTo>
                      <a:pt x="74" y="6539"/>
                    </a:lnTo>
                    <a:lnTo>
                      <a:pt x="90" y="6512"/>
                    </a:lnTo>
                    <a:lnTo>
                      <a:pt x="106" y="6485"/>
                    </a:lnTo>
                    <a:lnTo>
                      <a:pt x="125" y="6459"/>
                    </a:lnTo>
                    <a:lnTo>
                      <a:pt x="144" y="6432"/>
                    </a:lnTo>
                    <a:lnTo>
                      <a:pt x="165" y="6408"/>
                    </a:lnTo>
                    <a:lnTo>
                      <a:pt x="188" y="6384"/>
                    </a:lnTo>
                    <a:lnTo>
                      <a:pt x="1801" y="4771"/>
                    </a:lnTo>
                    <a:lnTo>
                      <a:pt x="1824" y="4748"/>
                    </a:lnTo>
                    <a:lnTo>
                      <a:pt x="1850" y="4727"/>
                    </a:lnTo>
                    <a:lnTo>
                      <a:pt x="1876" y="4707"/>
                    </a:lnTo>
                    <a:lnTo>
                      <a:pt x="1902" y="4689"/>
                    </a:lnTo>
                    <a:lnTo>
                      <a:pt x="1929" y="4671"/>
                    </a:lnTo>
                    <a:lnTo>
                      <a:pt x="1957" y="4656"/>
                    </a:lnTo>
                    <a:lnTo>
                      <a:pt x="1985" y="4642"/>
                    </a:lnTo>
                    <a:lnTo>
                      <a:pt x="2014" y="4630"/>
                    </a:lnTo>
                    <a:lnTo>
                      <a:pt x="2043" y="4619"/>
                    </a:lnTo>
                    <a:lnTo>
                      <a:pt x="2073" y="4609"/>
                    </a:lnTo>
                    <a:lnTo>
                      <a:pt x="2104" y="4601"/>
                    </a:lnTo>
                    <a:lnTo>
                      <a:pt x="2134" y="4595"/>
                    </a:lnTo>
                    <a:lnTo>
                      <a:pt x="2164" y="4590"/>
                    </a:lnTo>
                    <a:lnTo>
                      <a:pt x="2195" y="4586"/>
                    </a:lnTo>
                    <a:lnTo>
                      <a:pt x="2227" y="4584"/>
                    </a:lnTo>
                    <a:lnTo>
                      <a:pt x="2257" y="4583"/>
                    </a:lnTo>
                    <a:lnTo>
                      <a:pt x="2288" y="4584"/>
                    </a:lnTo>
                    <a:lnTo>
                      <a:pt x="2319" y="4586"/>
                    </a:lnTo>
                    <a:lnTo>
                      <a:pt x="2350" y="4590"/>
                    </a:lnTo>
                    <a:lnTo>
                      <a:pt x="2381" y="4595"/>
                    </a:lnTo>
                    <a:lnTo>
                      <a:pt x="2411" y="4601"/>
                    </a:lnTo>
                    <a:lnTo>
                      <a:pt x="2441" y="4609"/>
                    </a:lnTo>
                    <a:lnTo>
                      <a:pt x="2472" y="4619"/>
                    </a:lnTo>
                    <a:lnTo>
                      <a:pt x="2501" y="4630"/>
                    </a:lnTo>
                    <a:lnTo>
                      <a:pt x="2529" y="4642"/>
                    </a:lnTo>
                    <a:lnTo>
                      <a:pt x="2558" y="4656"/>
                    </a:lnTo>
                    <a:lnTo>
                      <a:pt x="2586" y="4671"/>
                    </a:lnTo>
                    <a:lnTo>
                      <a:pt x="2613" y="4689"/>
                    </a:lnTo>
                    <a:lnTo>
                      <a:pt x="2639" y="4707"/>
                    </a:lnTo>
                    <a:lnTo>
                      <a:pt x="2665" y="4727"/>
                    </a:lnTo>
                    <a:lnTo>
                      <a:pt x="2689" y="4748"/>
                    </a:lnTo>
                    <a:lnTo>
                      <a:pt x="2714" y="4770"/>
                    </a:lnTo>
                    <a:lnTo>
                      <a:pt x="5332" y="7384"/>
                    </a:lnTo>
                    <a:lnTo>
                      <a:pt x="5357" y="7406"/>
                    </a:lnTo>
                    <a:lnTo>
                      <a:pt x="5382" y="7427"/>
                    </a:lnTo>
                    <a:lnTo>
                      <a:pt x="5407" y="7448"/>
                    </a:lnTo>
                    <a:lnTo>
                      <a:pt x="5433" y="7466"/>
                    </a:lnTo>
                    <a:lnTo>
                      <a:pt x="5460" y="7483"/>
                    </a:lnTo>
                    <a:lnTo>
                      <a:pt x="5489" y="7498"/>
                    </a:lnTo>
                    <a:lnTo>
                      <a:pt x="5517" y="7512"/>
                    </a:lnTo>
                    <a:lnTo>
                      <a:pt x="5546" y="7524"/>
                    </a:lnTo>
                    <a:lnTo>
                      <a:pt x="5575" y="7535"/>
                    </a:lnTo>
                    <a:lnTo>
                      <a:pt x="5604" y="7545"/>
                    </a:lnTo>
                    <a:lnTo>
                      <a:pt x="5635" y="7553"/>
                    </a:lnTo>
                    <a:lnTo>
                      <a:pt x="5665" y="7559"/>
                    </a:lnTo>
                    <a:lnTo>
                      <a:pt x="5696" y="7565"/>
                    </a:lnTo>
                    <a:lnTo>
                      <a:pt x="5726" y="7569"/>
                    </a:lnTo>
                    <a:lnTo>
                      <a:pt x="5758" y="7571"/>
                    </a:lnTo>
                    <a:lnTo>
                      <a:pt x="5789" y="7572"/>
                    </a:lnTo>
                    <a:lnTo>
                      <a:pt x="5819" y="7571"/>
                    </a:lnTo>
                    <a:lnTo>
                      <a:pt x="5850" y="7569"/>
                    </a:lnTo>
                    <a:lnTo>
                      <a:pt x="5882" y="7565"/>
                    </a:lnTo>
                    <a:lnTo>
                      <a:pt x="5912" y="7559"/>
                    </a:lnTo>
                    <a:lnTo>
                      <a:pt x="5942" y="7552"/>
                    </a:lnTo>
                    <a:lnTo>
                      <a:pt x="5972" y="7544"/>
                    </a:lnTo>
                    <a:lnTo>
                      <a:pt x="6003" y="7535"/>
                    </a:lnTo>
                    <a:lnTo>
                      <a:pt x="6032" y="7524"/>
                    </a:lnTo>
                    <a:lnTo>
                      <a:pt x="6060" y="7512"/>
                    </a:lnTo>
                    <a:lnTo>
                      <a:pt x="6089" y="7498"/>
                    </a:lnTo>
                    <a:lnTo>
                      <a:pt x="6117" y="7482"/>
                    </a:lnTo>
                    <a:lnTo>
                      <a:pt x="6144" y="7465"/>
                    </a:lnTo>
                    <a:lnTo>
                      <a:pt x="6170" y="7447"/>
                    </a:lnTo>
                    <a:lnTo>
                      <a:pt x="6196" y="7426"/>
                    </a:lnTo>
                    <a:lnTo>
                      <a:pt x="6220" y="7405"/>
                    </a:lnTo>
                    <a:lnTo>
                      <a:pt x="6245" y="7383"/>
                    </a:lnTo>
                    <a:lnTo>
                      <a:pt x="13421" y="190"/>
                    </a:lnTo>
                    <a:lnTo>
                      <a:pt x="13445" y="166"/>
                    </a:lnTo>
                    <a:lnTo>
                      <a:pt x="13470" y="145"/>
                    </a:lnTo>
                    <a:lnTo>
                      <a:pt x="13495" y="125"/>
                    </a:lnTo>
                    <a:lnTo>
                      <a:pt x="13521" y="107"/>
                    </a:lnTo>
                    <a:lnTo>
                      <a:pt x="13549" y="90"/>
                    </a:lnTo>
                    <a:lnTo>
                      <a:pt x="13577" y="75"/>
                    </a:lnTo>
                    <a:lnTo>
                      <a:pt x="13605" y="60"/>
                    </a:lnTo>
                    <a:lnTo>
                      <a:pt x="13634" y="47"/>
                    </a:lnTo>
                    <a:lnTo>
                      <a:pt x="13663" y="36"/>
                    </a:lnTo>
                    <a:lnTo>
                      <a:pt x="13693" y="27"/>
                    </a:lnTo>
                    <a:lnTo>
                      <a:pt x="13723" y="19"/>
                    </a:lnTo>
                    <a:lnTo>
                      <a:pt x="13753" y="12"/>
                    </a:lnTo>
                    <a:lnTo>
                      <a:pt x="13784" y="7"/>
                    </a:lnTo>
                    <a:lnTo>
                      <a:pt x="13815" y="3"/>
                    </a:lnTo>
                    <a:lnTo>
                      <a:pt x="13846" y="1"/>
                    </a:lnTo>
                    <a:lnTo>
                      <a:pt x="13877" y="0"/>
                    </a:lnTo>
                    <a:lnTo>
                      <a:pt x="13908" y="1"/>
                    </a:lnTo>
                    <a:lnTo>
                      <a:pt x="13939" y="3"/>
                    </a:lnTo>
                    <a:lnTo>
                      <a:pt x="13970" y="6"/>
                    </a:lnTo>
                    <a:lnTo>
                      <a:pt x="14000" y="11"/>
                    </a:lnTo>
                    <a:lnTo>
                      <a:pt x="14031" y="18"/>
                    </a:lnTo>
                    <a:lnTo>
                      <a:pt x="14062" y="26"/>
                    </a:lnTo>
                    <a:lnTo>
                      <a:pt x="14091" y="35"/>
                    </a:lnTo>
                    <a:lnTo>
                      <a:pt x="14120" y="46"/>
                    </a:lnTo>
                    <a:lnTo>
                      <a:pt x="14149" y="58"/>
                    </a:lnTo>
                    <a:lnTo>
                      <a:pt x="14178" y="73"/>
                    </a:lnTo>
                    <a:lnTo>
                      <a:pt x="14206" y="88"/>
                    </a:lnTo>
                    <a:lnTo>
                      <a:pt x="14233" y="105"/>
                    </a:lnTo>
                    <a:lnTo>
                      <a:pt x="14259" y="123"/>
                    </a:lnTo>
                    <a:lnTo>
                      <a:pt x="14285" y="143"/>
                    </a:lnTo>
                    <a:lnTo>
                      <a:pt x="14310" y="164"/>
                    </a:lnTo>
                    <a:lnTo>
                      <a:pt x="14334" y="186"/>
                    </a:lnTo>
                    <a:lnTo>
                      <a:pt x="15938" y="1780"/>
                    </a:lnTo>
                    <a:lnTo>
                      <a:pt x="15962" y="1804"/>
                    </a:lnTo>
                    <a:lnTo>
                      <a:pt x="15983" y="1829"/>
                    </a:lnTo>
                    <a:lnTo>
                      <a:pt x="16003" y="1855"/>
                    </a:lnTo>
                    <a:lnTo>
                      <a:pt x="16021" y="1881"/>
                    </a:lnTo>
                    <a:lnTo>
                      <a:pt x="16038" y="1908"/>
                    </a:lnTo>
                    <a:lnTo>
                      <a:pt x="16053" y="1935"/>
                    </a:lnTo>
                    <a:lnTo>
                      <a:pt x="16068" y="1964"/>
                    </a:lnTo>
                    <a:lnTo>
                      <a:pt x="16081" y="1993"/>
                    </a:lnTo>
                    <a:lnTo>
                      <a:pt x="16092" y="2022"/>
                    </a:lnTo>
                    <a:lnTo>
                      <a:pt x="16101" y="2051"/>
                    </a:lnTo>
                    <a:lnTo>
                      <a:pt x="16109" y="2082"/>
                    </a:lnTo>
                    <a:lnTo>
                      <a:pt x="16116" y="2112"/>
                    </a:lnTo>
                    <a:lnTo>
                      <a:pt x="16121" y="2143"/>
                    </a:lnTo>
                    <a:lnTo>
                      <a:pt x="16125" y="2173"/>
                    </a:lnTo>
                    <a:lnTo>
                      <a:pt x="16127" y="2205"/>
                    </a:lnTo>
                    <a:lnTo>
                      <a:pt x="16128" y="2236"/>
                    </a:lnTo>
                    <a:lnTo>
                      <a:pt x="16127" y="2266"/>
                    </a:lnTo>
                    <a:lnTo>
                      <a:pt x="16125" y="2297"/>
                    </a:lnTo>
                    <a:lnTo>
                      <a:pt x="16122" y="2328"/>
                    </a:lnTo>
                    <a:lnTo>
                      <a:pt x="16117" y="2359"/>
                    </a:lnTo>
                    <a:lnTo>
                      <a:pt x="16110" y="2389"/>
                    </a:lnTo>
                    <a:lnTo>
                      <a:pt x="16102" y="2419"/>
                    </a:lnTo>
                    <a:lnTo>
                      <a:pt x="16093" y="2449"/>
                    </a:lnTo>
                    <a:lnTo>
                      <a:pt x="16082" y="2478"/>
                    </a:lnTo>
                    <a:lnTo>
                      <a:pt x="16069" y="2507"/>
                    </a:lnTo>
                    <a:lnTo>
                      <a:pt x="16055" y="2535"/>
                    </a:lnTo>
                    <a:lnTo>
                      <a:pt x="16039" y="2564"/>
                    </a:lnTo>
                    <a:lnTo>
                      <a:pt x="16023" y="2591"/>
                    </a:lnTo>
                    <a:lnTo>
                      <a:pt x="16004" y="2617"/>
                    </a:lnTo>
                    <a:lnTo>
                      <a:pt x="15985" y="2642"/>
                    </a:lnTo>
                    <a:lnTo>
                      <a:pt x="15964" y="2667"/>
                    </a:lnTo>
                    <a:lnTo>
                      <a:pt x="15941" y="2692"/>
                    </a:lnTo>
                    <a:lnTo>
                      <a:pt x="7238" y="11415"/>
                    </a:lnTo>
                    <a:lnTo>
                      <a:pt x="7214" y="11439"/>
                    </a:lnTo>
                    <a:lnTo>
                      <a:pt x="7188" y="11462"/>
                    </a:lnTo>
                    <a:lnTo>
                      <a:pt x="7162" y="11485"/>
                    </a:lnTo>
                    <a:lnTo>
                      <a:pt x="7134" y="11507"/>
                    </a:lnTo>
                    <a:lnTo>
                      <a:pt x="7104" y="11529"/>
                    </a:lnTo>
                    <a:lnTo>
                      <a:pt x="7074" y="11550"/>
                    </a:lnTo>
                    <a:lnTo>
                      <a:pt x="7043" y="11572"/>
                    </a:lnTo>
                    <a:lnTo>
                      <a:pt x="7011" y="11593"/>
                    </a:lnTo>
                    <a:lnTo>
                      <a:pt x="6977" y="11613"/>
                    </a:lnTo>
                    <a:lnTo>
                      <a:pt x="6943" y="11632"/>
                    </a:lnTo>
                    <a:lnTo>
                      <a:pt x="6909" y="11651"/>
                    </a:lnTo>
                    <a:lnTo>
                      <a:pt x="6874" y="11670"/>
                    </a:lnTo>
                    <a:lnTo>
                      <a:pt x="6837" y="11688"/>
                    </a:lnTo>
                    <a:lnTo>
                      <a:pt x="6801" y="11706"/>
                    </a:lnTo>
                    <a:lnTo>
                      <a:pt x="6765" y="11722"/>
                    </a:lnTo>
                    <a:lnTo>
                      <a:pt x="6727" y="11738"/>
                    </a:lnTo>
                    <a:lnTo>
                      <a:pt x="6689" y="11753"/>
                    </a:lnTo>
                    <a:lnTo>
                      <a:pt x="6652" y="11767"/>
                    </a:lnTo>
                    <a:lnTo>
                      <a:pt x="6613" y="11781"/>
                    </a:lnTo>
                    <a:lnTo>
                      <a:pt x="6576" y="11793"/>
                    </a:lnTo>
                    <a:lnTo>
                      <a:pt x="6538" y="11805"/>
                    </a:lnTo>
                    <a:lnTo>
                      <a:pt x="6500" y="11817"/>
                    </a:lnTo>
                    <a:lnTo>
                      <a:pt x="6461" y="11827"/>
                    </a:lnTo>
                    <a:lnTo>
                      <a:pt x="6424" y="11836"/>
                    </a:lnTo>
                    <a:lnTo>
                      <a:pt x="6387" y="11844"/>
                    </a:lnTo>
                    <a:lnTo>
                      <a:pt x="6349" y="11852"/>
                    </a:lnTo>
                    <a:lnTo>
                      <a:pt x="6313" y="11858"/>
                    </a:lnTo>
                    <a:lnTo>
                      <a:pt x="6277" y="11863"/>
                    </a:lnTo>
                    <a:lnTo>
                      <a:pt x="6241" y="11867"/>
                    </a:lnTo>
                    <a:lnTo>
                      <a:pt x="6205" y="11870"/>
                    </a:lnTo>
                    <a:lnTo>
                      <a:pt x="6171" y="11871"/>
                    </a:lnTo>
                    <a:lnTo>
                      <a:pt x="6138" y="11872"/>
                    </a:lnTo>
                    <a:lnTo>
                      <a:pt x="5386" y="11872"/>
                    </a:lnTo>
                    <a:lnTo>
                      <a:pt x="5352" y="11871"/>
                    </a:lnTo>
                    <a:lnTo>
                      <a:pt x="5318" y="11870"/>
                    </a:lnTo>
                    <a:lnTo>
                      <a:pt x="5283" y="11867"/>
                    </a:lnTo>
                    <a:lnTo>
                      <a:pt x="5247" y="11863"/>
                    </a:lnTo>
                    <a:lnTo>
                      <a:pt x="5210" y="11858"/>
                    </a:lnTo>
                    <a:lnTo>
                      <a:pt x="5174" y="11851"/>
                    </a:lnTo>
                    <a:lnTo>
                      <a:pt x="5137" y="11844"/>
                    </a:lnTo>
                    <a:lnTo>
                      <a:pt x="5099" y="11836"/>
                    </a:lnTo>
                    <a:lnTo>
                      <a:pt x="5062" y="11827"/>
                    </a:lnTo>
                    <a:lnTo>
                      <a:pt x="5024" y="11817"/>
                    </a:lnTo>
                    <a:lnTo>
                      <a:pt x="4986" y="11805"/>
                    </a:lnTo>
                    <a:lnTo>
                      <a:pt x="4948" y="11793"/>
                    </a:lnTo>
                    <a:lnTo>
                      <a:pt x="4910" y="11780"/>
                    </a:lnTo>
                    <a:lnTo>
                      <a:pt x="4872" y="11767"/>
                    </a:lnTo>
                    <a:lnTo>
                      <a:pt x="4834" y="11753"/>
                    </a:lnTo>
                    <a:lnTo>
                      <a:pt x="4796" y="11738"/>
                    </a:lnTo>
                    <a:lnTo>
                      <a:pt x="4760" y="11722"/>
                    </a:lnTo>
                    <a:lnTo>
                      <a:pt x="4722" y="11705"/>
                    </a:lnTo>
                    <a:lnTo>
                      <a:pt x="4686" y="11688"/>
                    </a:lnTo>
                    <a:lnTo>
                      <a:pt x="4650" y="11669"/>
                    </a:lnTo>
                    <a:lnTo>
                      <a:pt x="4615" y="11651"/>
                    </a:lnTo>
                    <a:lnTo>
                      <a:pt x="4580" y="11632"/>
                    </a:lnTo>
                    <a:lnTo>
                      <a:pt x="4546" y="11612"/>
                    </a:lnTo>
                    <a:lnTo>
                      <a:pt x="4513" y="11592"/>
                    </a:lnTo>
                    <a:lnTo>
                      <a:pt x="4481" y="11572"/>
                    </a:lnTo>
                    <a:lnTo>
                      <a:pt x="4449" y="11550"/>
                    </a:lnTo>
                    <a:lnTo>
                      <a:pt x="4419" y="11528"/>
                    </a:lnTo>
                    <a:lnTo>
                      <a:pt x="4390" y="11506"/>
                    </a:lnTo>
                    <a:lnTo>
                      <a:pt x="4363" y="11484"/>
                    </a:lnTo>
                    <a:lnTo>
                      <a:pt x="4335" y="11462"/>
                    </a:lnTo>
                    <a:lnTo>
                      <a:pt x="4310" y="11439"/>
                    </a:lnTo>
                    <a:lnTo>
                      <a:pt x="4286" y="11414"/>
                    </a:lnTo>
                    <a:lnTo>
                      <a:pt x="187" y="7297"/>
                    </a:lnTo>
                    <a:close/>
                  </a:path>
                </a:pathLst>
              </a:custGeom>
              <a:gradFill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0"/>
              </a:gradFill>
              <a:ln w="19050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gradFill flip="none" rotWithShape="1">
                    <a:gsLst>
                      <a:gs pos="0">
                        <a:srgbClr val="00B5EF"/>
                      </a:gs>
                      <a:gs pos="100000">
                        <a:srgbClr val="FF59A3"/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Poppins Light" panose="02000000000000000000" pitchFamily="2" charset="0"/>
                  <a:ea typeface="Open Sans" panose="020B0606030504020204" pitchFamily="34" charset="0"/>
                  <a:cs typeface="Poppins Light" panose="02000000000000000000" pitchFamily="2" charset="0"/>
                </a:endParaRPr>
              </a:p>
            </p:txBody>
          </p:sp>
          <p:sp>
            <p:nvSpPr>
              <p:cNvPr id="98" name="Объект 20">
                <a:extLst>
                  <a:ext uri="{FF2B5EF4-FFF2-40B4-BE49-F238E27FC236}">
                    <a16:creationId xmlns:a16="http://schemas.microsoft.com/office/drawing/2014/main" id="{39308DEB-F09C-4B37-9518-E7C3515084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07571" y="3090474"/>
                <a:ext cx="2006189" cy="26687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ru-RU" dirty="0"/>
              </a:p>
            </p:txBody>
          </p:sp>
        </p:grpSp>
        <p:grpSp>
          <p:nvGrpSpPr>
            <p:cNvPr id="91" name="Группа 90">
              <a:extLst>
                <a:ext uri="{FF2B5EF4-FFF2-40B4-BE49-F238E27FC236}">
                  <a16:creationId xmlns:a16="http://schemas.microsoft.com/office/drawing/2014/main" id="{F5B89C2E-51DF-4A61-894B-98B84835EE43}"/>
                </a:ext>
              </a:extLst>
            </p:cNvPr>
            <p:cNvGrpSpPr/>
            <p:nvPr/>
          </p:nvGrpSpPr>
          <p:grpSpPr>
            <a:xfrm>
              <a:off x="5170665" y="4063188"/>
              <a:ext cx="2309274" cy="401023"/>
              <a:chOff x="1058686" y="2831323"/>
              <a:chExt cx="2309274" cy="401023"/>
            </a:xfrm>
          </p:grpSpPr>
          <p:sp>
            <p:nvSpPr>
              <p:cNvPr id="95" name="Freeform 229">
                <a:extLst>
                  <a:ext uri="{FF2B5EF4-FFF2-40B4-BE49-F238E27FC236}">
                    <a16:creationId xmlns:a16="http://schemas.microsoft.com/office/drawing/2014/main" id="{83016461-807E-4188-9964-D19338DA1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686" y="2831323"/>
                <a:ext cx="197678" cy="135732"/>
              </a:xfrm>
              <a:custGeom>
                <a:avLst/>
                <a:gdLst>
                  <a:gd name="T0" fmla="*/ 124 w 16128"/>
                  <a:gd name="T1" fmla="*/ 7223 h 11872"/>
                  <a:gd name="T2" fmla="*/ 59 w 16128"/>
                  <a:gd name="T3" fmla="*/ 7113 h 11872"/>
                  <a:gd name="T4" fmla="*/ 18 w 16128"/>
                  <a:gd name="T5" fmla="*/ 6994 h 11872"/>
                  <a:gd name="T6" fmla="*/ 1 w 16128"/>
                  <a:gd name="T7" fmla="*/ 6871 h 11872"/>
                  <a:gd name="T8" fmla="*/ 7 w 16128"/>
                  <a:gd name="T9" fmla="*/ 6747 h 11872"/>
                  <a:gd name="T10" fmla="*/ 36 w 16128"/>
                  <a:gd name="T11" fmla="*/ 6626 h 11872"/>
                  <a:gd name="T12" fmla="*/ 90 w 16128"/>
                  <a:gd name="T13" fmla="*/ 6512 h 11872"/>
                  <a:gd name="T14" fmla="*/ 165 w 16128"/>
                  <a:gd name="T15" fmla="*/ 6408 h 11872"/>
                  <a:gd name="T16" fmla="*/ 1850 w 16128"/>
                  <a:gd name="T17" fmla="*/ 4727 h 11872"/>
                  <a:gd name="T18" fmla="*/ 1957 w 16128"/>
                  <a:gd name="T19" fmla="*/ 4656 h 11872"/>
                  <a:gd name="T20" fmla="*/ 2073 w 16128"/>
                  <a:gd name="T21" fmla="*/ 4609 h 11872"/>
                  <a:gd name="T22" fmla="*/ 2195 w 16128"/>
                  <a:gd name="T23" fmla="*/ 4586 h 11872"/>
                  <a:gd name="T24" fmla="*/ 2319 w 16128"/>
                  <a:gd name="T25" fmla="*/ 4586 h 11872"/>
                  <a:gd name="T26" fmla="*/ 2441 w 16128"/>
                  <a:gd name="T27" fmla="*/ 4609 h 11872"/>
                  <a:gd name="T28" fmla="*/ 2558 w 16128"/>
                  <a:gd name="T29" fmla="*/ 4656 h 11872"/>
                  <a:gd name="T30" fmla="*/ 2665 w 16128"/>
                  <a:gd name="T31" fmla="*/ 4727 h 11872"/>
                  <a:gd name="T32" fmla="*/ 5357 w 16128"/>
                  <a:gd name="T33" fmla="*/ 7406 h 11872"/>
                  <a:gd name="T34" fmla="*/ 5460 w 16128"/>
                  <a:gd name="T35" fmla="*/ 7483 h 11872"/>
                  <a:gd name="T36" fmla="*/ 5575 w 16128"/>
                  <a:gd name="T37" fmla="*/ 7535 h 11872"/>
                  <a:gd name="T38" fmla="*/ 5696 w 16128"/>
                  <a:gd name="T39" fmla="*/ 7565 h 11872"/>
                  <a:gd name="T40" fmla="*/ 5819 w 16128"/>
                  <a:gd name="T41" fmla="*/ 7571 h 11872"/>
                  <a:gd name="T42" fmla="*/ 5942 w 16128"/>
                  <a:gd name="T43" fmla="*/ 7552 h 11872"/>
                  <a:gd name="T44" fmla="*/ 6060 w 16128"/>
                  <a:gd name="T45" fmla="*/ 7512 h 11872"/>
                  <a:gd name="T46" fmla="*/ 6170 w 16128"/>
                  <a:gd name="T47" fmla="*/ 7447 h 11872"/>
                  <a:gd name="T48" fmla="*/ 13421 w 16128"/>
                  <a:gd name="T49" fmla="*/ 190 h 11872"/>
                  <a:gd name="T50" fmla="*/ 13521 w 16128"/>
                  <a:gd name="T51" fmla="*/ 107 h 11872"/>
                  <a:gd name="T52" fmla="*/ 13634 w 16128"/>
                  <a:gd name="T53" fmla="*/ 47 h 11872"/>
                  <a:gd name="T54" fmla="*/ 13753 w 16128"/>
                  <a:gd name="T55" fmla="*/ 12 h 11872"/>
                  <a:gd name="T56" fmla="*/ 13877 w 16128"/>
                  <a:gd name="T57" fmla="*/ 0 h 11872"/>
                  <a:gd name="T58" fmla="*/ 14000 w 16128"/>
                  <a:gd name="T59" fmla="*/ 11 h 11872"/>
                  <a:gd name="T60" fmla="*/ 14120 w 16128"/>
                  <a:gd name="T61" fmla="*/ 46 h 11872"/>
                  <a:gd name="T62" fmla="*/ 14233 w 16128"/>
                  <a:gd name="T63" fmla="*/ 105 h 11872"/>
                  <a:gd name="T64" fmla="*/ 14334 w 16128"/>
                  <a:gd name="T65" fmla="*/ 186 h 11872"/>
                  <a:gd name="T66" fmla="*/ 16003 w 16128"/>
                  <a:gd name="T67" fmla="*/ 1855 h 11872"/>
                  <a:gd name="T68" fmla="*/ 16068 w 16128"/>
                  <a:gd name="T69" fmla="*/ 1964 h 11872"/>
                  <a:gd name="T70" fmla="*/ 16109 w 16128"/>
                  <a:gd name="T71" fmla="*/ 2082 h 11872"/>
                  <a:gd name="T72" fmla="*/ 16127 w 16128"/>
                  <a:gd name="T73" fmla="*/ 2205 h 11872"/>
                  <a:gd name="T74" fmla="*/ 16122 w 16128"/>
                  <a:gd name="T75" fmla="*/ 2328 h 11872"/>
                  <a:gd name="T76" fmla="*/ 16093 w 16128"/>
                  <a:gd name="T77" fmla="*/ 2449 h 11872"/>
                  <a:gd name="T78" fmla="*/ 16039 w 16128"/>
                  <a:gd name="T79" fmla="*/ 2564 h 11872"/>
                  <a:gd name="T80" fmla="*/ 15964 w 16128"/>
                  <a:gd name="T81" fmla="*/ 2667 h 11872"/>
                  <a:gd name="T82" fmla="*/ 7188 w 16128"/>
                  <a:gd name="T83" fmla="*/ 11462 h 11872"/>
                  <a:gd name="T84" fmla="*/ 7074 w 16128"/>
                  <a:gd name="T85" fmla="*/ 11550 h 11872"/>
                  <a:gd name="T86" fmla="*/ 6943 w 16128"/>
                  <a:gd name="T87" fmla="*/ 11632 h 11872"/>
                  <a:gd name="T88" fmla="*/ 6801 w 16128"/>
                  <a:gd name="T89" fmla="*/ 11706 h 11872"/>
                  <a:gd name="T90" fmla="*/ 6652 w 16128"/>
                  <a:gd name="T91" fmla="*/ 11767 h 11872"/>
                  <a:gd name="T92" fmla="*/ 6500 w 16128"/>
                  <a:gd name="T93" fmla="*/ 11817 h 11872"/>
                  <a:gd name="T94" fmla="*/ 6349 w 16128"/>
                  <a:gd name="T95" fmla="*/ 11852 h 11872"/>
                  <a:gd name="T96" fmla="*/ 6205 w 16128"/>
                  <a:gd name="T97" fmla="*/ 11870 h 11872"/>
                  <a:gd name="T98" fmla="*/ 5352 w 16128"/>
                  <a:gd name="T99" fmla="*/ 11871 h 11872"/>
                  <a:gd name="T100" fmla="*/ 5210 w 16128"/>
                  <a:gd name="T101" fmla="*/ 11858 h 11872"/>
                  <a:gd name="T102" fmla="*/ 5062 w 16128"/>
                  <a:gd name="T103" fmla="*/ 11827 h 11872"/>
                  <a:gd name="T104" fmla="*/ 4910 w 16128"/>
                  <a:gd name="T105" fmla="*/ 11780 h 11872"/>
                  <a:gd name="T106" fmla="*/ 4760 w 16128"/>
                  <a:gd name="T107" fmla="*/ 11722 h 11872"/>
                  <a:gd name="T108" fmla="*/ 4615 w 16128"/>
                  <a:gd name="T109" fmla="*/ 11651 h 11872"/>
                  <a:gd name="T110" fmla="*/ 4481 w 16128"/>
                  <a:gd name="T111" fmla="*/ 11572 h 11872"/>
                  <a:gd name="T112" fmla="*/ 4363 w 16128"/>
                  <a:gd name="T113" fmla="*/ 11484 h 11872"/>
                  <a:gd name="T114" fmla="*/ 187 w 16128"/>
                  <a:gd name="T115" fmla="*/ 7297 h 11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128" h="11872">
                    <a:moveTo>
                      <a:pt x="187" y="7297"/>
                    </a:moveTo>
                    <a:lnTo>
                      <a:pt x="164" y="7273"/>
                    </a:lnTo>
                    <a:lnTo>
                      <a:pt x="143" y="7248"/>
                    </a:lnTo>
                    <a:lnTo>
                      <a:pt x="124" y="7223"/>
                    </a:lnTo>
                    <a:lnTo>
                      <a:pt x="106" y="7196"/>
                    </a:lnTo>
                    <a:lnTo>
                      <a:pt x="89" y="7168"/>
                    </a:lnTo>
                    <a:lnTo>
                      <a:pt x="74" y="7141"/>
                    </a:lnTo>
                    <a:lnTo>
                      <a:pt x="59" y="7113"/>
                    </a:lnTo>
                    <a:lnTo>
                      <a:pt x="46" y="7084"/>
                    </a:lnTo>
                    <a:lnTo>
                      <a:pt x="35" y="7054"/>
                    </a:lnTo>
                    <a:lnTo>
                      <a:pt x="26" y="7024"/>
                    </a:lnTo>
                    <a:lnTo>
                      <a:pt x="18" y="6994"/>
                    </a:lnTo>
                    <a:lnTo>
                      <a:pt x="12" y="6964"/>
                    </a:lnTo>
                    <a:lnTo>
                      <a:pt x="6" y="6933"/>
                    </a:lnTo>
                    <a:lnTo>
                      <a:pt x="3" y="6902"/>
                    </a:lnTo>
                    <a:lnTo>
                      <a:pt x="1" y="6871"/>
                    </a:lnTo>
                    <a:lnTo>
                      <a:pt x="0" y="6841"/>
                    </a:lnTo>
                    <a:lnTo>
                      <a:pt x="1" y="6809"/>
                    </a:lnTo>
                    <a:lnTo>
                      <a:pt x="3" y="6778"/>
                    </a:lnTo>
                    <a:lnTo>
                      <a:pt x="7" y="6747"/>
                    </a:lnTo>
                    <a:lnTo>
                      <a:pt x="12" y="6717"/>
                    </a:lnTo>
                    <a:lnTo>
                      <a:pt x="18" y="6687"/>
                    </a:lnTo>
                    <a:lnTo>
                      <a:pt x="26" y="6656"/>
                    </a:lnTo>
                    <a:lnTo>
                      <a:pt x="36" y="6626"/>
                    </a:lnTo>
                    <a:lnTo>
                      <a:pt x="47" y="6597"/>
                    </a:lnTo>
                    <a:lnTo>
                      <a:pt x="59" y="6569"/>
                    </a:lnTo>
                    <a:lnTo>
                      <a:pt x="74" y="6539"/>
                    </a:lnTo>
                    <a:lnTo>
                      <a:pt x="90" y="6512"/>
                    </a:lnTo>
                    <a:lnTo>
                      <a:pt x="106" y="6485"/>
                    </a:lnTo>
                    <a:lnTo>
                      <a:pt x="125" y="6459"/>
                    </a:lnTo>
                    <a:lnTo>
                      <a:pt x="144" y="6432"/>
                    </a:lnTo>
                    <a:lnTo>
                      <a:pt x="165" y="6408"/>
                    </a:lnTo>
                    <a:lnTo>
                      <a:pt x="188" y="6384"/>
                    </a:lnTo>
                    <a:lnTo>
                      <a:pt x="1801" y="4771"/>
                    </a:lnTo>
                    <a:lnTo>
                      <a:pt x="1824" y="4748"/>
                    </a:lnTo>
                    <a:lnTo>
                      <a:pt x="1850" y="4727"/>
                    </a:lnTo>
                    <a:lnTo>
                      <a:pt x="1876" y="4707"/>
                    </a:lnTo>
                    <a:lnTo>
                      <a:pt x="1902" y="4689"/>
                    </a:lnTo>
                    <a:lnTo>
                      <a:pt x="1929" y="4671"/>
                    </a:lnTo>
                    <a:lnTo>
                      <a:pt x="1957" y="4656"/>
                    </a:lnTo>
                    <a:lnTo>
                      <a:pt x="1985" y="4642"/>
                    </a:lnTo>
                    <a:lnTo>
                      <a:pt x="2014" y="4630"/>
                    </a:lnTo>
                    <a:lnTo>
                      <a:pt x="2043" y="4619"/>
                    </a:lnTo>
                    <a:lnTo>
                      <a:pt x="2073" y="4609"/>
                    </a:lnTo>
                    <a:lnTo>
                      <a:pt x="2104" y="4601"/>
                    </a:lnTo>
                    <a:lnTo>
                      <a:pt x="2134" y="4595"/>
                    </a:lnTo>
                    <a:lnTo>
                      <a:pt x="2164" y="4590"/>
                    </a:lnTo>
                    <a:lnTo>
                      <a:pt x="2195" y="4586"/>
                    </a:lnTo>
                    <a:lnTo>
                      <a:pt x="2227" y="4584"/>
                    </a:lnTo>
                    <a:lnTo>
                      <a:pt x="2257" y="4583"/>
                    </a:lnTo>
                    <a:lnTo>
                      <a:pt x="2288" y="4584"/>
                    </a:lnTo>
                    <a:lnTo>
                      <a:pt x="2319" y="4586"/>
                    </a:lnTo>
                    <a:lnTo>
                      <a:pt x="2350" y="4590"/>
                    </a:lnTo>
                    <a:lnTo>
                      <a:pt x="2381" y="4595"/>
                    </a:lnTo>
                    <a:lnTo>
                      <a:pt x="2411" y="4601"/>
                    </a:lnTo>
                    <a:lnTo>
                      <a:pt x="2441" y="4609"/>
                    </a:lnTo>
                    <a:lnTo>
                      <a:pt x="2472" y="4619"/>
                    </a:lnTo>
                    <a:lnTo>
                      <a:pt x="2501" y="4630"/>
                    </a:lnTo>
                    <a:lnTo>
                      <a:pt x="2529" y="4642"/>
                    </a:lnTo>
                    <a:lnTo>
                      <a:pt x="2558" y="4656"/>
                    </a:lnTo>
                    <a:lnTo>
                      <a:pt x="2586" y="4671"/>
                    </a:lnTo>
                    <a:lnTo>
                      <a:pt x="2613" y="4689"/>
                    </a:lnTo>
                    <a:lnTo>
                      <a:pt x="2639" y="4707"/>
                    </a:lnTo>
                    <a:lnTo>
                      <a:pt x="2665" y="4727"/>
                    </a:lnTo>
                    <a:lnTo>
                      <a:pt x="2689" y="4748"/>
                    </a:lnTo>
                    <a:lnTo>
                      <a:pt x="2714" y="4770"/>
                    </a:lnTo>
                    <a:lnTo>
                      <a:pt x="5332" y="7384"/>
                    </a:lnTo>
                    <a:lnTo>
                      <a:pt x="5357" y="7406"/>
                    </a:lnTo>
                    <a:lnTo>
                      <a:pt x="5382" y="7427"/>
                    </a:lnTo>
                    <a:lnTo>
                      <a:pt x="5407" y="7448"/>
                    </a:lnTo>
                    <a:lnTo>
                      <a:pt x="5433" y="7466"/>
                    </a:lnTo>
                    <a:lnTo>
                      <a:pt x="5460" y="7483"/>
                    </a:lnTo>
                    <a:lnTo>
                      <a:pt x="5489" y="7498"/>
                    </a:lnTo>
                    <a:lnTo>
                      <a:pt x="5517" y="7512"/>
                    </a:lnTo>
                    <a:lnTo>
                      <a:pt x="5546" y="7524"/>
                    </a:lnTo>
                    <a:lnTo>
                      <a:pt x="5575" y="7535"/>
                    </a:lnTo>
                    <a:lnTo>
                      <a:pt x="5604" y="7545"/>
                    </a:lnTo>
                    <a:lnTo>
                      <a:pt x="5635" y="7553"/>
                    </a:lnTo>
                    <a:lnTo>
                      <a:pt x="5665" y="7559"/>
                    </a:lnTo>
                    <a:lnTo>
                      <a:pt x="5696" y="7565"/>
                    </a:lnTo>
                    <a:lnTo>
                      <a:pt x="5726" y="7569"/>
                    </a:lnTo>
                    <a:lnTo>
                      <a:pt x="5758" y="7571"/>
                    </a:lnTo>
                    <a:lnTo>
                      <a:pt x="5789" y="7572"/>
                    </a:lnTo>
                    <a:lnTo>
                      <a:pt x="5819" y="7571"/>
                    </a:lnTo>
                    <a:lnTo>
                      <a:pt x="5850" y="7569"/>
                    </a:lnTo>
                    <a:lnTo>
                      <a:pt x="5882" y="7565"/>
                    </a:lnTo>
                    <a:lnTo>
                      <a:pt x="5912" y="7559"/>
                    </a:lnTo>
                    <a:lnTo>
                      <a:pt x="5942" y="7552"/>
                    </a:lnTo>
                    <a:lnTo>
                      <a:pt x="5972" y="7544"/>
                    </a:lnTo>
                    <a:lnTo>
                      <a:pt x="6003" y="7535"/>
                    </a:lnTo>
                    <a:lnTo>
                      <a:pt x="6032" y="7524"/>
                    </a:lnTo>
                    <a:lnTo>
                      <a:pt x="6060" y="7512"/>
                    </a:lnTo>
                    <a:lnTo>
                      <a:pt x="6089" y="7498"/>
                    </a:lnTo>
                    <a:lnTo>
                      <a:pt x="6117" y="7482"/>
                    </a:lnTo>
                    <a:lnTo>
                      <a:pt x="6144" y="7465"/>
                    </a:lnTo>
                    <a:lnTo>
                      <a:pt x="6170" y="7447"/>
                    </a:lnTo>
                    <a:lnTo>
                      <a:pt x="6196" y="7426"/>
                    </a:lnTo>
                    <a:lnTo>
                      <a:pt x="6220" y="7405"/>
                    </a:lnTo>
                    <a:lnTo>
                      <a:pt x="6245" y="7383"/>
                    </a:lnTo>
                    <a:lnTo>
                      <a:pt x="13421" y="190"/>
                    </a:lnTo>
                    <a:lnTo>
                      <a:pt x="13445" y="166"/>
                    </a:lnTo>
                    <a:lnTo>
                      <a:pt x="13470" y="145"/>
                    </a:lnTo>
                    <a:lnTo>
                      <a:pt x="13495" y="125"/>
                    </a:lnTo>
                    <a:lnTo>
                      <a:pt x="13521" y="107"/>
                    </a:lnTo>
                    <a:lnTo>
                      <a:pt x="13549" y="90"/>
                    </a:lnTo>
                    <a:lnTo>
                      <a:pt x="13577" y="75"/>
                    </a:lnTo>
                    <a:lnTo>
                      <a:pt x="13605" y="60"/>
                    </a:lnTo>
                    <a:lnTo>
                      <a:pt x="13634" y="47"/>
                    </a:lnTo>
                    <a:lnTo>
                      <a:pt x="13663" y="36"/>
                    </a:lnTo>
                    <a:lnTo>
                      <a:pt x="13693" y="27"/>
                    </a:lnTo>
                    <a:lnTo>
                      <a:pt x="13723" y="19"/>
                    </a:lnTo>
                    <a:lnTo>
                      <a:pt x="13753" y="12"/>
                    </a:lnTo>
                    <a:lnTo>
                      <a:pt x="13784" y="7"/>
                    </a:lnTo>
                    <a:lnTo>
                      <a:pt x="13815" y="3"/>
                    </a:lnTo>
                    <a:lnTo>
                      <a:pt x="13846" y="1"/>
                    </a:lnTo>
                    <a:lnTo>
                      <a:pt x="13877" y="0"/>
                    </a:lnTo>
                    <a:lnTo>
                      <a:pt x="13908" y="1"/>
                    </a:lnTo>
                    <a:lnTo>
                      <a:pt x="13939" y="3"/>
                    </a:lnTo>
                    <a:lnTo>
                      <a:pt x="13970" y="6"/>
                    </a:lnTo>
                    <a:lnTo>
                      <a:pt x="14000" y="11"/>
                    </a:lnTo>
                    <a:lnTo>
                      <a:pt x="14031" y="18"/>
                    </a:lnTo>
                    <a:lnTo>
                      <a:pt x="14062" y="26"/>
                    </a:lnTo>
                    <a:lnTo>
                      <a:pt x="14091" y="35"/>
                    </a:lnTo>
                    <a:lnTo>
                      <a:pt x="14120" y="46"/>
                    </a:lnTo>
                    <a:lnTo>
                      <a:pt x="14149" y="58"/>
                    </a:lnTo>
                    <a:lnTo>
                      <a:pt x="14178" y="73"/>
                    </a:lnTo>
                    <a:lnTo>
                      <a:pt x="14206" y="88"/>
                    </a:lnTo>
                    <a:lnTo>
                      <a:pt x="14233" y="105"/>
                    </a:lnTo>
                    <a:lnTo>
                      <a:pt x="14259" y="123"/>
                    </a:lnTo>
                    <a:lnTo>
                      <a:pt x="14285" y="143"/>
                    </a:lnTo>
                    <a:lnTo>
                      <a:pt x="14310" y="164"/>
                    </a:lnTo>
                    <a:lnTo>
                      <a:pt x="14334" y="186"/>
                    </a:lnTo>
                    <a:lnTo>
                      <a:pt x="15938" y="1780"/>
                    </a:lnTo>
                    <a:lnTo>
                      <a:pt x="15962" y="1804"/>
                    </a:lnTo>
                    <a:lnTo>
                      <a:pt x="15983" y="1829"/>
                    </a:lnTo>
                    <a:lnTo>
                      <a:pt x="16003" y="1855"/>
                    </a:lnTo>
                    <a:lnTo>
                      <a:pt x="16021" y="1881"/>
                    </a:lnTo>
                    <a:lnTo>
                      <a:pt x="16038" y="1908"/>
                    </a:lnTo>
                    <a:lnTo>
                      <a:pt x="16053" y="1935"/>
                    </a:lnTo>
                    <a:lnTo>
                      <a:pt x="16068" y="1964"/>
                    </a:lnTo>
                    <a:lnTo>
                      <a:pt x="16081" y="1993"/>
                    </a:lnTo>
                    <a:lnTo>
                      <a:pt x="16092" y="2022"/>
                    </a:lnTo>
                    <a:lnTo>
                      <a:pt x="16101" y="2051"/>
                    </a:lnTo>
                    <a:lnTo>
                      <a:pt x="16109" y="2082"/>
                    </a:lnTo>
                    <a:lnTo>
                      <a:pt x="16116" y="2112"/>
                    </a:lnTo>
                    <a:lnTo>
                      <a:pt x="16121" y="2143"/>
                    </a:lnTo>
                    <a:lnTo>
                      <a:pt x="16125" y="2173"/>
                    </a:lnTo>
                    <a:lnTo>
                      <a:pt x="16127" y="2205"/>
                    </a:lnTo>
                    <a:lnTo>
                      <a:pt x="16128" y="2236"/>
                    </a:lnTo>
                    <a:lnTo>
                      <a:pt x="16127" y="2266"/>
                    </a:lnTo>
                    <a:lnTo>
                      <a:pt x="16125" y="2297"/>
                    </a:lnTo>
                    <a:lnTo>
                      <a:pt x="16122" y="2328"/>
                    </a:lnTo>
                    <a:lnTo>
                      <a:pt x="16117" y="2359"/>
                    </a:lnTo>
                    <a:lnTo>
                      <a:pt x="16110" y="2389"/>
                    </a:lnTo>
                    <a:lnTo>
                      <a:pt x="16102" y="2419"/>
                    </a:lnTo>
                    <a:lnTo>
                      <a:pt x="16093" y="2449"/>
                    </a:lnTo>
                    <a:lnTo>
                      <a:pt x="16082" y="2478"/>
                    </a:lnTo>
                    <a:lnTo>
                      <a:pt x="16069" y="2507"/>
                    </a:lnTo>
                    <a:lnTo>
                      <a:pt x="16055" y="2535"/>
                    </a:lnTo>
                    <a:lnTo>
                      <a:pt x="16039" y="2564"/>
                    </a:lnTo>
                    <a:lnTo>
                      <a:pt x="16023" y="2591"/>
                    </a:lnTo>
                    <a:lnTo>
                      <a:pt x="16004" y="2617"/>
                    </a:lnTo>
                    <a:lnTo>
                      <a:pt x="15985" y="2642"/>
                    </a:lnTo>
                    <a:lnTo>
                      <a:pt x="15964" y="2667"/>
                    </a:lnTo>
                    <a:lnTo>
                      <a:pt x="15941" y="2692"/>
                    </a:lnTo>
                    <a:lnTo>
                      <a:pt x="7238" y="11415"/>
                    </a:lnTo>
                    <a:lnTo>
                      <a:pt x="7214" y="11439"/>
                    </a:lnTo>
                    <a:lnTo>
                      <a:pt x="7188" y="11462"/>
                    </a:lnTo>
                    <a:lnTo>
                      <a:pt x="7162" y="11485"/>
                    </a:lnTo>
                    <a:lnTo>
                      <a:pt x="7134" y="11507"/>
                    </a:lnTo>
                    <a:lnTo>
                      <a:pt x="7104" y="11529"/>
                    </a:lnTo>
                    <a:lnTo>
                      <a:pt x="7074" y="11550"/>
                    </a:lnTo>
                    <a:lnTo>
                      <a:pt x="7043" y="11572"/>
                    </a:lnTo>
                    <a:lnTo>
                      <a:pt x="7011" y="11593"/>
                    </a:lnTo>
                    <a:lnTo>
                      <a:pt x="6977" y="11613"/>
                    </a:lnTo>
                    <a:lnTo>
                      <a:pt x="6943" y="11632"/>
                    </a:lnTo>
                    <a:lnTo>
                      <a:pt x="6909" y="11651"/>
                    </a:lnTo>
                    <a:lnTo>
                      <a:pt x="6874" y="11670"/>
                    </a:lnTo>
                    <a:lnTo>
                      <a:pt x="6837" y="11688"/>
                    </a:lnTo>
                    <a:lnTo>
                      <a:pt x="6801" y="11706"/>
                    </a:lnTo>
                    <a:lnTo>
                      <a:pt x="6765" y="11722"/>
                    </a:lnTo>
                    <a:lnTo>
                      <a:pt x="6727" y="11738"/>
                    </a:lnTo>
                    <a:lnTo>
                      <a:pt x="6689" y="11753"/>
                    </a:lnTo>
                    <a:lnTo>
                      <a:pt x="6652" y="11767"/>
                    </a:lnTo>
                    <a:lnTo>
                      <a:pt x="6613" y="11781"/>
                    </a:lnTo>
                    <a:lnTo>
                      <a:pt x="6576" y="11793"/>
                    </a:lnTo>
                    <a:lnTo>
                      <a:pt x="6538" y="11805"/>
                    </a:lnTo>
                    <a:lnTo>
                      <a:pt x="6500" y="11817"/>
                    </a:lnTo>
                    <a:lnTo>
                      <a:pt x="6461" y="11827"/>
                    </a:lnTo>
                    <a:lnTo>
                      <a:pt x="6424" y="11836"/>
                    </a:lnTo>
                    <a:lnTo>
                      <a:pt x="6387" y="11844"/>
                    </a:lnTo>
                    <a:lnTo>
                      <a:pt x="6349" y="11852"/>
                    </a:lnTo>
                    <a:lnTo>
                      <a:pt x="6313" y="11858"/>
                    </a:lnTo>
                    <a:lnTo>
                      <a:pt x="6277" y="11863"/>
                    </a:lnTo>
                    <a:lnTo>
                      <a:pt x="6241" y="11867"/>
                    </a:lnTo>
                    <a:lnTo>
                      <a:pt x="6205" y="11870"/>
                    </a:lnTo>
                    <a:lnTo>
                      <a:pt x="6171" y="11871"/>
                    </a:lnTo>
                    <a:lnTo>
                      <a:pt x="6138" y="11872"/>
                    </a:lnTo>
                    <a:lnTo>
                      <a:pt x="5386" y="11872"/>
                    </a:lnTo>
                    <a:lnTo>
                      <a:pt x="5352" y="11871"/>
                    </a:lnTo>
                    <a:lnTo>
                      <a:pt x="5318" y="11870"/>
                    </a:lnTo>
                    <a:lnTo>
                      <a:pt x="5283" y="11867"/>
                    </a:lnTo>
                    <a:lnTo>
                      <a:pt x="5247" y="11863"/>
                    </a:lnTo>
                    <a:lnTo>
                      <a:pt x="5210" y="11858"/>
                    </a:lnTo>
                    <a:lnTo>
                      <a:pt x="5174" y="11851"/>
                    </a:lnTo>
                    <a:lnTo>
                      <a:pt x="5137" y="11844"/>
                    </a:lnTo>
                    <a:lnTo>
                      <a:pt x="5099" y="11836"/>
                    </a:lnTo>
                    <a:lnTo>
                      <a:pt x="5062" y="11827"/>
                    </a:lnTo>
                    <a:lnTo>
                      <a:pt x="5024" y="11817"/>
                    </a:lnTo>
                    <a:lnTo>
                      <a:pt x="4986" y="11805"/>
                    </a:lnTo>
                    <a:lnTo>
                      <a:pt x="4948" y="11793"/>
                    </a:lnTo>
                    <a:lnTo>
                      <a:pt x="4910" y="11780"/>
                    </a:lnTo>
                    <a:lnTo>
                      <a:pt x="4872" y="11767"/>
                    </a:lnTo>
                    <a:lnTo>
                      <a:pt x="4834" y="11753"/>
                    </a:lnTo>
                    <a:lnTo>
                      <a:pt x="4796" y="11738"/>
                    </a:lnTo>
                    <a:lnTo>
                      <a:pt x="4760" y="11722"/>
                    </a:lnTo>
                    <a:lnTo>
                      <a:pt x="4722" y="11705"/>
                    </a:lnTo>
                    <a:lnTo>
                      <a:pt x="4686" y="11688"/>
                    </a:lnTo>
                    <a:lnTo>
                      <a:pt x="4650" y="11669"/>
                    </a:lnTo>
                    <a:lnTo>
                      <a:pt x="4615" y="11651"/>
                    </a:lnTo>
                    <a:lnTo>
                      <a:pt x="4580" y="11632"/>
                    </a:lnTo>
                    <a:lnTo>
                      <a:pt x="4546" y="11612"/>
                    </a:lnTo>
                    <a:lnTo>
                      <a:pt x="4513" y="11592"/>
                    </a:lnTo>
                    <a:lnTo>
                      <a:pt x="4481" y="11572"/>
                    </a:lnTo>
                    <a:lnTo>
                      <a:pt x="4449" y="11550"/>
                    </a:lnTo>
                    <a:lnTo>
                      <a:pt x="4419" y="11528"/>
                    </a:lnTo>
                    <a:lnTo>
                      <a:pt x="4390" y="11506"/>
                    </a:lnTo>
                    <a:lnTo>
                      <a:pt x="4363" y="11484"/>
                    </a:lnTo>
                    <a:lnTo>
                      <a:pt x="4335" y="11462"/>
                    </a:lnTo>
                    <a:lnTo>
                      <a:pt x="4310" y="11439"/>
                    </a:lnTo>
                    <a:lnTo>
                      <a:pt x="4286" y="11414"/>
                    </a:lnTo>
                    <a:lnTo>
                      <a:pt x="187" y="7297"/>
                    </a:lnTo>
                    <a:close/>
                  </a:path>
                </a:pathLst>
              </a:custGeom>
              <a:gradFill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0"/>
              </a:gradFill>
              <a:ln w="19050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gradFill flip="none" rotWithShape="1">
                    <a:gsLst>
                      <a:gs pos="0">
                        <a:srgbClr val="00B5EF"/>
                      </a:gs>
                      <a:gs pos="100000">
                        <a:srgbClr val="FF59A3"/>
                      </a:gs>
                    </a:gsLst>
                    <a:lin ang="2700000" scaled="1"/>
                    <a:tileRect/>
                  </a:gradFill>
                  <a:effectLst/>
                  <a:uLnTx/>
                  <a:uFillTx/>
                  <a:latin typeface="Poppins Light" panose="02000000000000000000" pitchFamily="2" charset="0"/>
                  <a:ea typeface="Open Sans" panose="020B0606030504020204" pitchFamily="34" charset="0"/>
                  <a:cs typeface="Poppins Light" panose="02000000000000000000" pitchFamily="2" charset="0"/>
                </a:endParaRPr>
              </a:p>
            </p:txBody>
          </p:sp>
          <p:sp>
            <p:nvSpPr>
              <p:cNvPr id="96" name="Объект 20">
                <a:extLst>
                  <a:ext uri="{FF2B5EF4-FFF2-40B4-BE49-F238E27FC236}">
                    <a16:creationId xmlns:a16="http://schemas.microsoft.com/office/drawing/2014/main" id="{ABABFF1C-A162-47E2-8DAF-5A899C2F19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61772" y="2965475"/>
                <a:ext cx="2006188" cy="26687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8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 </a:t>
                </a:r>
              </a:p>
            </p:txBody>
          </p:sp>
        </p:grpSp>
        <p:sp>
          <p:nvSpPr>
            <p:cNvPr id="94" name="Объект 20">
              <a:extLst>
                <a:ext uri="{FF2B5EF4-FFF2-40B4-BE49-F238E27FC236}">
                  <a16:creationId xmlns:a16="http://schemas.microsoft.com/office/drawing/2014/main" id="{FECBDBE6-7DD9-475C-894A-465E64CAAAAB}"/>
                </a:ext>
              </a:extLst>
            </p:cNvPr>
            <p:cNvSpPr txBox="1">
              <a:spLocks/>
            </p:cNvSpPr>
            <p:nvPr/>
          </p:nvSpPr>
          <p:spPr>
            <a:xfrm>
              <a:off x="5497663" y="3973795"/>
              <a:ext cx="2006188" cy="53374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Большие затраты на доработки ИТ-систем</a:t>
              </a:r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7892217" y="2413360"/>
            <a:ext cx="36968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Отсутствие единого биллинга</a:t>
            </a:r>
          </a:p>
        </p:txBody>
      </p:sp>
      <p:sp>
        <p:nvSpPr>
          <p:cNvPr id="50" name="Прямоугольник 49"/>
          <p:cNvSpPr/>
          <p:nvPr/>
        </p:nvSpPr>
        <p:spPr>
          <a:xfrm>
            <a:off x="7931782" y="2939778"/>
            <a:ext cx="36968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Долгий Т2М доработок</a:t>
            </a:r>
          </a:p>
        </p:txBody>
      </p:sp>
      <p:sp>
        <p:nvSpPr>
          <p:cNvPr id="42" name="Объект 20">
            <a:extLst>
              <a:ext uri="{FF2B5EF4-FFF2-40B4-BE49-F238E27FC236}">
                <a16:creationId xmlns:a16="http://schemas.microsoft.com/office/drawing/2014/main" id="{3876CCE5-877F-E18F-17C6-C42592C45BB9}"/>
              </a:ext>
            </a:extLst>
          </p:cNvPr>
          <p:cNvSpPr txBox="1">
            <a:spLocks/>
          </p:cNvSpPr>
          <p:nvPr/>
        </p:nvSpPr>
        <p:spPr>
          <a:xfrm>
            <a:off x="2011929" y="3004646"/>
            <a:ext cx="3673245" cy="249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Цементирование базы</a:t>
            </a:r>
          </a:p>
        </p:txBody>
      </p:sp>
      <p:sp>
        <p:nvSpPr>
          <p:cNvPr id="43" name="Freeform 229">
            <a:extLst>
              <a:ext uri="{FF2B5EF4-FFF2-40B4-BE49-F238E27FC236}">
                <a16:creationId xmlns:a16="http://schemas.microsoft.com/office/drawing/2014/main" id="{B78E9F06-A81A-479B-8B72-425F9A38A05E}"/>
              </a:ext>
            </a:extLst>
          </p:cNvPr>
          <p:cNvSpPr>
            <a:spLocks/>
          </p:cNvSpPr>
          <p:nvPr/>
        </p:nvSpPr>
        <p:spPr bwMode="auto">
          <a:xfrm>
            <a:off x="1558428" y="2972564"/>
            <a:ext cx="336195" cy="112738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22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59BDE-7C53-F869-0B20-0509C025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D38BAD6-7A50-EF82-D2CA-029A4520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59" y="170616"/>
            <a:ext cx="11834036" cy="1625060"/>
          </a:xfrm>
        </p:spPr>
        <p:txBody>
          <a:bodyPr/>
          <a:lstStyle/>
          <a:p>
            <a:r>
              <a:rPr lang="ru-RU" dirty="0">
                <a:latin typeface="Standard CT Stencil Bold" panose="02000000000000000000" pitchFamily="50" charset="0"/>
              </a:rPr>
              <a:t>Решение – продукт на биллинге </a:t>
            </a:r>
            <a:r>
              <a:rPr lang="en-US" dirty="0">
                <a:latin typeface="Standard CT Stencil Bold" panose="02000000000000000000" pitchFamily="50" charset="0"/>
              </a:rPr>
              <a:t>t2</a:t>
            </a:r>
            <a:br>
              <a:rPr lang="ru-RU" dirty="0">
                <a:latin typeface="Standard CT Stencil Bold" panose="02000000000000000000" pitchFamily="50" charset="0"/>
              </a:rPr>
            </a:br>
            <a:br>
              <a:rPr lang="ru-RU" dirty="0"/>
            </a:br>
            <a:endParaRPr lang="ru-RU" dirty="0"/>
          </a:p>
        </p:txBody>
      </p:sp>
      <p:sp>
        <p:nvSpPr>
          <p:cNvPr id="31" name="Рисунок 585">
            <a:extLst>
              <a:ext uri="{FF2B5EF4-FFF2-40B4-BE49-F238E27FC236}">
                <a16:creationId xmlns:a16="http://schemas.microsoft.com/office/drawing/2014/main" id="{583454D7-436F-F9A9-C43A-0F8314D7A584}"/>
              </a:ext>
            </a:extLst>
          </p:cNvPr>
          <p:cNvSpPr/>
          <p:nvPr/>
        </p:nvSpPr>
        <p:spPr>
          <a:xfrm>
            <a:off x="10364581" y="2031851"/>
            <a:ext cx="458035" cy="323801"/>
          </a:xfrm>
          <a:custGeom>
            <a:avLst/>
            <a:gdLst>
              <a:gd name="connsiteX0" fmla="*/ 487266 w 540001"/>
              <a:gd name="connsiteY0" fmla="*/ 191953 h 489375"/>
              <a:gd name="connsiteX1" fmla="*/ 479629 w 540001"/>
              <a:gd name="connsiteY1" fmla="*/ 192513 h 489375"/>
              <a:gd name="connsiteX2" fmla="*/ 419528 w 540001"/>
              <a:gd name="connsiteY2" fmla="*/ 88417 h 489375"/>
              <a:gd name="connsiteX3" fmla="*/ 433477 w 540001"/>
              <a:gd name="connsiteY3" fmla="*/ 52734 h 489375"/>
              <a:gd name="connsiteX4" fmla="*/ 380742 w 540001"/>
              <a:gd name="connsiteY4" fmla="*/ 0 h 489375"/>
              <a:gd name="connsiteX5" fmla="*/ 330387 w 540001"/>
              <a:gd name="connsiteY5" fmla="*/ 37056 h 489375"/>
              <a:gd name="connsiteX6" fmla="*/ 210668 w 540001"/>
              <a:gd name="connsiteY6" fmla="*/ 37056 h 489375"/>
              <a:gd name="connsiteX7" fmla="*/ 160313 w 540001"/>
              <a:gd name="connsiteY7" fmla="*/ 0 h 489375"/>
              <a:gd name="connsiteX8" fmla="*/ 107578 w 540001"/>
              <a:gd name="connsiteY8" fmla="*/ 52734 h 489375"/>
              <a:gd name="connsiteX9" fmla="*/ 120884 w 540001"/>
              <a:gd name="connsiteY9" fmla="*/ 87700 h 489375"/>
              <a:gd name="connsiteX10" fmla="*/ 60371 w 540001"/>
              <a:gd name="connsiteY10" fmla="*/ 192512 h 489375"/>
              <a:gd name="connsiteX11" fmla="*/ 52734 w 540001"/>
              <a:gd name="connsiteY11" fmla="*/ 191953 h 489375"/>
              <a:gd name="connsiteX12" fmla="*/ 0 w 540001"/>
              <a:gd name="connsiteY12" fmla="*/ 244688 h 489375"/>
              <a:gd name="connsiteX13" fmla="*/ 52734 w 540001"/>
              <a:gd name="connsiteY13" fmla="*/ 297422 h 489375"/>
              <a:gd name="connsiteX14" fmla="*/ 60371 w 540001"/>
              <a:gd name="connsiteY14" fmla="*/ 296862 h 489375"/>
              <a:gd name="connsiteX15" fmla="*/ 120884 w 540001"/>
              <a:gd name="connsiteY15" fmla="*/ 401674 h 489375"/>
              <a:gd name="connsiteX16" fmla="*/ 107578 w 540001"/>
              <a:gd name="connsiteY16" fmla="*/ 436641 h 489375"/>
              <a:gd name="connsiteX17" fmla="*/ 160313 w 540001"/>
              <a:gd name="connsiteY17" fmla="*/ 489375 h 489375"/>
              <a:gd name="connsiteX18" fmla="*/ 210668 w 540001"/>
              <a:gd name="connsiteY18" fmla="*/ 452319 h 489375"/>
              <a:gd name="connsiteX19" fmla="*/ 330387 w 540001"/>
              <a:gd name="connsiteY19" fmla="*/ 452319 h 489375"/>
              <a:gd name="connsiteX20" fmla="*/ 380742 w 540001"/>
              <a:gd name="connsiteY20" fmla="*/ 489375 h 489375"/>
              <a:gd name="connsiteX21" fmla="*/ 433477 w 540001"/>
              <a:gd name="connsiteY21" fmla="*/ 436641 h 489375"/>
              <a:gd name="connsiteX22" fmla="*/ 419529 w 540001"/>
              <a:gd name="connsiteY22" fmla="*/ 400958 h 489375"/>
              <a:gd name="connsiteX23" fmla="*/ 479630 w 540001"/>
              <a:gd name="connsiteY23" fmla="*/ 296862 h 489375"/>
              <a:gd name="connsiteX24" fmla="*/ 487267 w 540001"/>
              <a:gd name="connsiteY24" fmla="*/ 297422 h 489375"/>
              <a:gd name="connsiteX25" fmla="*/ 540001 w 540001"/>
              <a:gd name="connsiteY25" fmla="*/ 244688 h 489375"/>
              <a:gd name="connsiteX26" fmla="*/ 487266 w 540001"/>
              <a:gd name="connsiteY26" fmla="*/ 191953 h 489375"/>
              <a:gd name="connsiteX27" fmla="*/ 487266 w 540001"/>
              <a:gd name="connsiteY27" fmla="*/ 265781 h 489375"/>
              <a:gd name="connsiteX28" fmla="*/ 466172 w 540001"/>
              <a:gd name="connsiteY28" fmla="*/ 244688 h 489375"/>
              <a:gd name="connsiteX29" fmla="*/ 487266 w 540001"/>
              <a:gd name="connsiteY29" fmla="*/ 223594 h 489375"/>
              <a:gd name="connsiteX30" fmla="*/ 508359 w 540001"/>
              <a:gd name="connsiteY30" fmla="*/ 244688 h 489375"/>
              <a:gd name="connsiteX31" fmla="*/ 487266 w 540001"/>
              <a:gd name="connsiteY31" fmla="*/ 265781 h 489375"/>
              <a:gd name="connsiteX32" fmla="*/ 401836 w 540001"/>
              <a:gd name="connsiteY32" fmla="*/ 436641 h 489375"/>
              <a:gd name="connsiteX33" fmla="*/ 380742 w 540001"/>
              <a:gd name="connsiteY33" fmla="*/ 457734 h 489375"/>
              <a:gd name="connsiteX34" fmla="*/ 359648 w 540001"/>
              <a:gd name="connsiteY34" fmla="*/ 436641 h 489375"/>
              <a:gd name="connsiteX35" fmla="*/ 380742 w 540001"/>
              <a:gd name="connsiteY35" fmla="*/ 415547 h 489375"/>
              <a:gd name="connsiteX36" fmla="*/ 401836 w 540001"/>
              <a:gd name="connsiteY36" fmla="*/ 436641 h 489375"/>
              <a:gd name="connsiteX37" fmla="*/ 181406 w 540001"/>
              <a:gd name="connsiteY37" fmla="*/ 436641 h 489375"/>
              <a:gd name="connsiteX38" fmla="*/ 160313 w 540001"/>
              <a:gd name="connsiteY38" fmla="*/ 457734 h 489375"/>
              <a:gd name="connsiteX39" fmla="*/ 139219 w 540001"/>
              <a:gd name="connsiteY39" fmla="*/ 436641 h 489375"/>
              <a:gd name="connsiteX40" fmla="*/ 160313 w 540001"/>
              <a:gd name="connsiteY40" fmla="*/ 415547 h 489375"/>
              <a:gd name="connsiteX41" fmla="*/ 181406 w 540001"/>
              <a:gd name="connsiteY41" fmla="*/ 436641 h 489375"/>
              <a:gd name="connsiteX42" fmla="*/ 31641 w 540001"/>
              <a:gd name="connsiteY42" fmla="*/ 244688 h 489375"/>
              <a:gd name="connsiteX43" fmla="*/ 52734 w 540001"/>
              <a:gd name="connsiteY43" fmla="*/ 223594 h 489375"/>
              <a:gd name="connsiteX44" fmla="*/ 73828 w 540001"/>
              <a:gd name="connsiteY44" fmla="*/ 244688 h 489375"/>
              <a:gd name="connsiteX45" fmla="*/ 52734 w 540001"/>
              <a:gd name="connsiteY45" fmla="*/ 265781 h 489375"/>
              <a:gd name="connsiteX46" fmla="*/ 31641 w 540001"/>
              <a:gd name="connsiteY46" fmla="*/ 244688 h 489375"/>
              <a:gd name="connsiteX47" fmla="*/ 139219 w 540001"/>
              <a:gd name="connsiteY47" fmla="*/ 52734 h 489375"/>
              <a:gd name="connsiteX48" fmla="*/ 160313 w 540001"/>
              <a:gd name="connsiteY48" fmla="*/ 31641 h 489375"/>
              <a:gd name="connsiteX49" fmla="*/ 181406 w 540001"/>
              <a:gd name="connsiteY49" fmla="*/ 52734 h 489375"/>
              <a:gd name="connsiteX50" fmla="*/ 160313 w 540001"/>
              <a:gd name="connsiteY50" fmla="*/ 73828 h 489375"/>
              <a:gd name="connsiteX51" fmla="*/ 139219 w 540001"/>
              <a:gd name="connsiteY51" fmla="*/ 52734 h 489375"/>
              <a:gd name="connsiteX52" fmla="*/ 359648 w 540001"/>
              <a:gd name="connsiteY52" fmla="*/ 52734 h 489375"/>
              <a:gd name="connsiteX53" fmla="*/ 380742 w 540001"/>
              <a:gd name="connsiteY53" fmla="*/ 31641 h 489375"/>
              <a:gd name="connsiteX54" fmla="*/ 401836 w 540001"/>
              <a:gd name="connsiteY54" fmla="*/ 52734 h 489375"/>
              <a:gd name="connsiteX55" fmla="*/ 380742 w 540001"/>
              <a:gd name="connsiteY55" fmla="*/ 73828 h 489375"/>
              <a:gd name="connsiteX56" fmla="*/ 359648 w 540001"/>
              <a:gd name="connsiteY56" fmla="*/ 52734 h 489375"/>
              <a:gd name="connsiteX57" fmla="*/ 317461 w 540001"/>
              <a:gd name="connsiteY57" fmla="*/ 244688 h 489375"/>
              <a:gd name="connsiteX58" fmla="*/ 270000 w 540001"/>
              <a:gd name="connsiteY58" fmla="*/ 292148 h 489375"/>
              <a:gd name="connsiteX59" fmla="*/ 222539 w 540001"/>
              <a:gd name="connsiteY59" fmla="*/ 244688 h 489375"/>
              <a:gd name="connsiteX60" fmla="*/ 270000 w 540001"/>
              <a:gd name="connsiteY60" fmla="*/ 197227 h 489375"/>
              <a:gd name="connsiteX61" fmla="*/ 317461 w 540001"/>
              <a:gd name="connsiteY61" fmla="*/ 244688 h 489375"/>
              <a:gd name="connsiteX62" fmla="*/ 341991 w 540001"/>
              <a:gd name="connsiteY62" fmla="*/ 88453 h 489375"/>
              <a:gd name="connsiteX63" fmla="*/ 295306 w 540001"/>
              <a:gd name="connsiteY63" fmla="*/ 169761 h 489375"/>
              <a:gd name="connsiteX64" fmla="*/ 270000 w 540001"/>
              <a:gd name="connsiteY64" fmla="*/ 165586 h 489375"/>
              <a:gd name="connsiteX65" fmla="*/ 245577 w 540001"/>
              <a:gd name="connsiteY65" fmla="*/ 169462 h 489375"/>
              <a:gd name="connsiteX66" fmla="*/ 199064 w 540001"/>
              <a:gd name="connsiteY66" fmla="*/ 88453 h 489375"/>
              <a:gd name="connsiteX67" fmla="*/ 210572 w 540001"/>
              <a:gd name="connsiteY67" fmla="*/ 68696 h 489375"/>
              <a:gd name="connsiteX68" fmla="*/ 330484 w 540001"/>
              <a:gd name="connsiteY68" fmla="*/ 68696 h 489375"/>
              <a:gd name="connsiteX69" fmla="*/ 341991 w 540001"/>
              <a:gd name="connsiteY69" fmla="*/ 88453 h 489375"/>
              <a:gd name="connsiteX70" fmla="*/ 199064 w 540001"/>
              <a:gd name="connsiteY70" fmla="*/ 400922 h 489375"/>
              <a:gd name="connsiteX71" fmla="*/ 245577 w 540001"/>
              <a:gd name="connsiteY71" fmla="*/ 319913 h 489375"/>
              <a:gd name="connsiteX72" fmla="*/ 270000 w 540001"/>
              <a:gd name="connsiteY72" fmla="*/ 323789 h 489375"/>
              <a:gd name="connsiteX73" fmla="*/ 295306 w 540001"/>
              <a:gd name="connsiteY73" fmla="*/ 319614 h 489375"/>
              <a:gd name="connsiteX74" fmla="*/ 341991 w 540001"/>
              <a:gd name="connsiteY74" fmla="*/ 400922 h 489375"/>
              <a:gd name="connsiteX75" fmla="*/ 330483 w 540001"/>
              <a:gd name="connsiteY75" fmla="*/ 420679 h 489375"/>
              <a:gd name="connsiteX76" fmla="*/ 210572 w 540001"/>
              <a:gd name="connsiteY76" fmla="*/ 420679 h 489375"/>
              <a:gd name="connsiteX77" fmla="*/ 199064 w 540001"/>
              <a:gd name="connsiteY77" fmla="*/ 400922 h 489375"/>
              <a:gd name="connsiteX78" fmla="*/ 436959 w 540001"/>
              <a:gd name="connsiteY78" fmla="*/ 228867 h 489375"/>
              <a:gd name="connsiteX79" fmla="*/ 347510 w 540001"/>
              <a:gd name="connsiteY79" fmla="*/ 228867 h 489375"/>
              <a:gd name="connsiteX80" fmla="*/ 322635 w 540001"/>
              <a:gd name="connsiteY80" fmla="*/ 185706 h 489375"/>
              <a:gd name="connsiteX81" fmla="*/ 369416 w 540001"/>
              <a:gd name="connsiteY81" fmla="*/ 104232 h 489375"/>
              <a:gd name="connsiteX82" fmla="*/ 380742 w 540001"/>
              <a:gd name="connsiteY82" fmla="*/ 105469 h 489375"/>
              <a:gd name="connsiteX83" fmla="*/ 392117 w 540001"/>
              <a:gd name="connsiteY83" fmla="*/ 104219 h 489375"/>
              <a:gd name="connsiteX84" fmla="*/ 451093 w 540001"/>
              <a:gd name="connsiteY84" fmla="*/ 206368 h 489375"/>
              <a:gd name="connsiteX85" fmla="*/ 436959 w 540001"/>
              <a:gd name="connsiteY85" fmla="*/ 228867 h 489375"/>
              <a:gd name="connsiteX86" fmla="*/ 148006 w 540001"/>
              <a:gd name="connsiteY86" fmla="*/ 104004 h 489375"/>
              <a:gd name="connsiteX87" fmla="*/ 160313 w 540001"/>
              <a:gd name="connsiteY87" fmla="*/ 105469 h 489375"/>
              <a:gd name="connsiteX88" fmla="*/ 171639 w 540001"/>
              <a:gd name="connsiteY88" fmla="*/ 104231 h 489375"/>
              <a:gd name="connsiteX89" fmla="*/ 218069 w 540001"/>
              <a:gd name="connsiteY89" fmla="*/ 185096 h 489375"/>
              <a:gd name="connsiteX90" fmla="*/ 192491 w 540001"/>
              <a:gd name="connsiteY90" fmla="*/ 228867 h 489375"/>
              <a:gd name="connsiteX91" fmla="*/ 103041 w 540001"/>
              <a:gd name="connsiteY91" fmla="*/ 228867 h 489375"/>
              <a:gd name="connsiteX92" fmla="*/ 88907 w 540001"/>
              <a:gd name="connsiteY92" fmla="*/ 206368 h 489375"/>
              <a:gd name="connsiteX93" fmla="*/ 103041 w 540001"/>
              <a:gd name="connsiteY93" fmla="*/ 260508 h 489375"/>
              <a:gd name="connsiteX94" fmla="*/ 192490 w 540001"/>
              <a:gd name="connsiteY94" fmla="*/ 260508 h 489375"/>
              <a:gd name="connsiteX95" fmla="*/ 218068 w 540001"/>
              <a:gd name="connsiteY95" fmla="*/ 304279 h 489375"/>
              <a:gd name="connsiteX96" fmla="*/ 171638 w 540001"/>
              <a:gd name="connsiteY96" fmla="*/ 385144 h 489375"/>
              <a:gd name="connsiteX97" fmla="*/ 160313 w 540001"/>
              <a:gd name="connsiteY97" fmla="*/ 383906 h 489375"/>
              <a:gd name="connsiteX98" fmla="*/ 148006 w 540001"/>
              <a:gd name="connsiteY98" fmla="*/ 385371 h 489375"/>
              <a:gd name="connsiteX99" fmla="*/ 88906 w 540001"/>
              <a:gd name="connsiteY99" fmla="*/ 283007 h 489375"/>
              <a:gd name="connsiteX100" fmla="*/ 103041 w 540001"/>
              <a:gd name="connsiteY100" fmla="*/ 260508 h 489375"/>
              <a:gd name="connsiteX101" fmla="*/ 392117 w 540001"/>
              <a:gd name="connsiteY101" fmla="*/ 385156 h 489375"/>
              <a:gd name="connsiteX102" fmla="*/ 380742 w 540001"/>
              <a:gd name="connsiteY102" fmla="*/ 383906 h 489375"/>
              <a:gd name="connsiteX103" fmla="*/ 369416 w 540001"/>
              <a:gd name="connsiteY103" fmla="*/ 385144 h 489375"/>
              <a:gd name="connsiteX104" fmla="*/ 322635 w 540001"/>
              <a:gd name="connsiteY104" fmla="*/ 303670 h 489375"/>
              <a:gd name="connsiteX105" fmla="*/ 347510 w 540001"/>
              <a:gd name="connsiteY105" fmla="*/ 260509 h 489375"/>
              <a:gd name="connsiteX106" fmla="*/ 436959 w 540001"/>
              <a:gd name="connsiteY106" fmla="*/ 260509 h 489375"/>
              <a:gd name="connsiteX107" fmla="*/ 451093 w 540001"/>
              <a:gd name="connsiteY107" fmla="*/ 283009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0001" h="489375">
                <a:moveTo>
                  <a:pt x="487266" y="191953"/>
                </a:moveTo>
                <a:cubicBezTo>
                  <a:pt x="484672" y="191953"/>
                  <a:pt x="482124" y="192149"/>
                  <a:pt x="479629" y="192513"/>
                </a:cubicBezTo>
                <a:lnTo>
                  <a:pt x="419528" y="88417"/>
                </a:lnTo>
                <a:cubicBezTo>
                  <a:pt x="428181" y="79019"/>
                  <a:pt x="433477" y="66485"/>
                  <a:pt x="433477" y="52734"/>
                </a:cubicBezTo>
                <a:cubicBezTo>
                  <a:pt x="433477" y="23657"/>
                  <a:pt x="409820" y="0"/>
                  <a:pt x="380742" y="0"/>
                </a:cubicBezTo>
                <a:cubicBezTo>
                  <a:pt x="357121" y="0"/>
                  <a:pt x="337078" y="15610"/>
                  <a:pt x="330387" y="37056"/>
                </a:cubicBezTo>
                <a:lnTo>
                  <a:pt x="210668" y="37056"/>
                </a:lnTo>
                <a:cubicBezTo>
                  <a:pt x="203977" y="15610"/>
                  <a:pt x="183933" y="0"/>
                  <a:pt x="160313" y="0"/>
                </a:cubicBezTo>
                <a:cubicBezTo>
                  <a:pt x="131235" y="0"/>
                  <a:pt x="107578" y="23657"/>
                  <a:pt x="107578" y="52734"/>
                </a:cubicBezTo>
                <a:cubicBezTo>
                  <a:pt x="107578" y="66141"/>
                  <a:pt x="112614" y="78386"/>
                  <a:pt x="120884" y="87700"/>
                </a:cubicBezTo>
                <a:lnTo>
                  <a:pt x="60371" y="192512"/>
                </a:lnTo>
                <a:cubicBezTo>
                  <a:pt x="57876" y="192149"/>
                  <a:pt x="55328" y="191953"/>
                  <a:pt x="52734" y="191953"/>
                </a:cubicBezTo>
                <a:cubicBezTo>
                  <a:pt x="23657" y="191953"/>
                  <a:pt x="0" y="215610"/>
                  <a:pt x="0" y="244688"/>
                </a:cubicBezTo>
                <a:cubicBezTo>
                  <a:pt x="0" y="273765"/>
                  <a:pt x="23657" y="297422"/>
                  <a:pt x="52734" y="297422"/>
                </a:cubicBezTo>
                <a:cubicBezTo>
                  <a:pt x="55328" y="297422"/>
                  <a:pt x="57876" y="297226"/>
                  <a:pt x="60371" y="296862"/>
                </a:cubicBezTo>
                <a:lnTo>
                  <a:pt x="120884" y="401674"/>
                </a:lnTo>
                <a:cubicBezTo>
                  <a:pt x="112614" y="410989"/>
                  <a:pt x="107578" y="423235"/>
                  <a:pt x="107578" y="436641"/>
                </a:cubicBezTo>
                <a:cubicBezTo>
                  <a:pt x="107578" y="465718"/>
                  <a:pt x="131235" y="489375"/>
                  <a:pt x="160313" y="489375"/>
                </a:cubicBezTo>
                <a:cubicBezTo>
                  <a:pt x="183933" y="489375"/>
                  <a:pt x="203977" y="473765"/>
                  <a:pt x="210668" y="452319"/>
                </a:cubicBezTo>
                <a:lnTo>
                  <a:pt x="330387" y="452319"/>
                </a:lnTo>
                <a:cubicBezTo>
                  <a:pt x="337078" y="473765"/>
                  <a:pt x="357121" y="489375"/>
                  <a:pt x="380742" y="489375"/>
                </a:cubicBezTo>
                <a:cubicBezTo>
                  <a:pt x="409820" y="489375"/>
                  <a:pt x="433477" y="465718"/>
                  <a:pt x="433477" y="436641"/>
                </a:cubicBezTo>
                <a:cubicBezTo>
                  <a:pt x="433477" y="422890"/>
                  <a:pt x="428181" y="410356"/>
                  <a:pt x="419529" y="400958"/>
                </a:cubicBezTo>
                <a:lnTo>
                  <a:pt x="479630" y="296862"/>
                </a:lnTo>
                <a:cubicBezTo>
                  <a:pt x="482124" y="297226"/>
                  <a:pt x="484672" y="297422"/>
                  <a:pt x="487267" y="297422"/>
                </a:cubicBezTo>
                <a:cubicBezTo>
                  <a:pt x="516344" y="297422"/>
                  <a:pt x="540001" y="273765"/>
                  <a:pt x="540001" y="244688"/>
                </a:cubicBezTo>
                <a:cubicBezTo>
                  <a:pt x="540001" y="215610"/>
                  <a:pt x="516343" y="191953"/>
                  <a:pt x="487266" y="191953"/>
                </a:cubicBezTo>
                <a:close/>
                <a:moveTo>
                  <a:pt x="487266" y="265781"/>
                </a:moveTo>
                <a:cubicBezTo>
                  <a:pt x="475635" y="265781"/>
                  <a:pt x="466172" y="256319"/>
                  <a:pt x="466172" y="244688"/>
                </a:cubicBezTo>
                <a:cubicBezTo>
                  <a:pt x="466172" y="233056"/>
                  <a:pt x="475635" y="223594"/>
                  <a:pt x="487266" y="223594"/>
                </a:cubicBezTo>
                <a:cubicBezTo>
                  <a:pt x="498897" y="223594"/>
                  <a:pt x="508359" y="233056"/>
                  <a:pt x="508359" y="244688"/>
                </a:cubicBezTo>
                <a:cubicBezTo>
                  <a:pt x="508359" y="256319"/>
                  <a:pt x="498897" y="265781"/>
                  <a:pt x="487266" y="265781"/>
                </a:cubicBezTo>
                <a:close/>
                <a:moveTo>
                  <a:pt x="401836" y="436641"/>
                </a:moveTo>
                <a:cubicBezTo>
                  <a:pt x="401836" y="448272"/>
                  <a:pt x="392373" y="457734"/>
                  <a:pt x="380742" y="457734"/>
                </a:cubicBezTo>
                <a:cubicBezTo>
                  <a:pt x="369111" y="457734"/>
                  <a:pt x="359648" y="448272"/>
                  <a:pt x="359648" y="436641"/>
                </a:cubicBezTo>
                <a:cubicBezTo>
                  <a:pt x="359648" y="425010"/>
                  <a:pt x="369111" y="415547"/>
                  <a:pt x="380742" y="415547"/>
                </a:cubicBezTo>
                <a:cubicBezTo>
                  <a:pt x="392373" y="415547"/>
                  <a:pt x="401836" y="425010"/>
                  <a:pt x="401836" y="436641"/>
                </a:cubicBezTo>
                <a:close/>
                <a:moveTo>
                  <a:pt x="181406" y="436641"/>
                </a:moveTo>
                <a:cubicBezTo>
                  <a:pt x="181406" y="448272"/>
                  <a:pt x="171944" y="457734"/>
                  <a:pt x="160313" y="457734"/>
                </a:cubicBezTo>
                <a:cubicBezTo>
                  <a:pt x="148681" y="457734"/>
                  <a:pt x="139219" y="448272"/>
                  <a:pt x="139219" y="436641"/>
                </a:cubicBezTo>
                <a:cubicBezTo>
                  <a:pt x="139219" y="425010"/>
                  <a:pt x="148681" y="415547"/>
                  <a:pt x="160313" y="415547"/>
                </a:cubicBezTo>
                <a:cubicBezTo>
                  <a:pt x="171944" y="415547"/>
                  <a:pt x="181406" y="425010"/>
                  <a:pt x="181406" y="436641"/>
                </a:cubicBezTo>
                <a:close/>
                <a:moveTo>
                  <a:pt x="31641" y="244688"/>
                </a:moveTo>
                <a:cubicBezTo>
                  <a:pt x="31641" y="233056"/>
                  <a:pt x="41103" y="223594"/>
                  <a:pt x="52734" y="223594"/>
                </a:cubicBezTo>
                <a:cubicBezTo>
                  <a:pt x="64365" y="223594"/>
                  <a:pt x="73828" y="233056"/>
                  <a:pt x="73828" y="244688"/>
                </a:cubicBezTo>
                <a:cubicBezTo>
                  <a:pt x="73828" y="256319"/>
                  <a:pt x="64365" y="265781"/>
                  <a:pt x="52734" y="265781"/>
                </a:cubicBezTo>
                <a:cubicBezTo>
                  <a:pt x="41103" y="265781"/>
                  <a:pt x="31641" y="256319"/>
                  <a:pt x="31641" y="244688"/>
                </a:cubicBezTo>
                <a:close/>
                <a:moveTo>
                  <a:pt x="139219" y="52734"/>
                </a:moveTo>
                <a:cubicBezTo>
                  <a:pt x="139219" y="41103"/>
                  <a:pt x="148681" y="31641"/>
                  <a:pt x="160313" y="31641"/>
                </a:cubicBezTo>
                <a:cubicBezTo>
                  <a:pt x="171944" y="31641"/>
                  <a:pt x="181406" y="41103"/>
                  <a:pt x="181406" y="52734"/>
                </a:cubicBezTo>
                <a:cubicBezTo>
                  <a:pt x="181406" y="64365"/>
                  <a:pt x="171944" y="73828"/>
                  <a:pt x="160313" y="73828"/>
                </a:cubicBezTo>
                <a:cubicBezTo>
                  <a:pt x="148681" y="73828"/>
                  <a:pt x="139219" y="64365"/>
                  <a:pt x="139219" y="52734"/>
                </a:cubicBezTo>
                <a:close/>
                <a:moveTo>
                  <a:pt x="359648" y="52734"/>
                </a:moveTo>
                <a:cubicBezTo>
                  <a:pt x="359648" y="41103"/>
                  <a:pt x="369111" y="31641"/>
                  <a:pt x="380742" y="31641"/>
                </a:cubicBezTo>
                <a:cubicBezTo>
                  <a:pt x="392373" y="31641"/>
                  <a:pt x="401836" y="41103"/>
                  <a:pt x="401836" y="52734"/>
                </a:cubicBezTo>
                <a:cubicBezTo>
                  <a:pt x="401836" y="64365"/>
                  <a:pt x="392373" y="73828"/>
                  <a:pt x="380742" y="73828"/>
                </a:cubicBezTo>
                <a:cubicBezTo>
                  <a:pt x="369111" y="73828"/>
                  <a:pt x="359648" y="64365"/>
                  <a:pt x="359648" y="52734"/>
                </a:cubicBezTo>
                <a:close/>
                <a:moveTo>
                  <a:pt x="317461" y="244688"/>
                </a:moveTo>
                <a:cubicBezTo>
                  <a:pt x="317461" y="270857"/>
                  <a:pt x="296170" y="292148"/>
                  <a:pt x="270000" y="292148"/>
                </a:cubicBezTo>
                <a:cubicBezTo>
                  <a:pt x="243830" y="292148"/>
                  <a:pt x="222539" y="270857"/>
                  <a:pt x="222539" y="244688"/>
                </a:cubicBezTo>
                <a:cubicBezTo>
                  <a:pt x="222539" y="218518"/>
                  <a:pt x="243830" y="197227"/>
                  <a:pt x="270000" y="197227"/>
                </a:cubicBezTo>
                <a:cubicBezTo>
                  <a:pt x="296170" y="197227"/>
                  <a:pt x="317461" y="218518"/>
                  <a:pt x="317461" y="244688"/>
                </a:cubicBezTo>
                <a:close/>
                <a:moveTo>
                  <a:pt x="341991" y="88453"/>
                </a:moveTo>
                <a:lnTo>
                  <a:pt x="295306" y="169761"/>
                </a:lnTo>
                <a:cubicBezTo>
                  <a:pt x="287355" y="167069"/>
                  <a:pt x="278850" y="165586"/>
                  <a:pt x="270000" y="165586"/>
                </a:cubicBezTo>
                <a:cubicBezTo>
                  <a:pt x="261478" y="165586"/>
                  <a:pt x="253274" y="166957"/>
                  <a:pt x="245577" y="169462"/>
                </a:cubicBezTo>
                <a:lnTo>
                  <a:pt x="199064" y="88453"/>
                </a:lnTo>
                <a:cubicBezTo>
                  <a:pt x="204233" y="82850"/>
                  <a:pt x="208205" y="76129"/>
                  <a:pt x="210572" y="68696"/>
                </a:cubicBezTo>
                <a:lnTo>
                  <a:pt x="330484" y="68696"/>
                </a:lnTo>
                <a:cubicBezTo>
                  <a:pt x="332850" y="76129"/>
                  <a:pt x="336822" y="82850"/>
                  <a:pt x="341991" y="88453"/>
                </a:cubicBezTo>
                <a:close/>
                <a:moveTo>
                  <a:pt x="199064" y="400922"/>
                </a:moveTo>
                <a:lnTo>
                  <a:pt x="245577" y="319913"/>
                </a:lnTo>
                <a:cubicBezTo>
                  <a:pt x="253274" y="322418"/>
                  <a:pt x="261478" y="323789"/>
                  <a:pt x="270000" y="323789"/>
                </a:cubicBezTo>
                <a:cubicBezTo>
                  <a:pt x="278850" y="323789"/>
                  <a:pt x="287355" y="322306"/>
                  <a:pt x="295306" y="319614"/>
                </a:cubicBezTo>
                <a:lnTo>
                  <a:pt x="341991" y="400922"/>
                </a:lnTo>
                <a:cubicBezTo>
                  <a:pt x="336822" y="406525"/>
                  <a:pt x="332850" y="413246"/>
                  <a:pt x="330483" y="420679"/>
                </a:cubicBezTo>
                <a:lnTo>
                  <a:pt x="210572" y="420679"/>
                </a:lnTo>
                <a:cubicBezTo>
                  <a:pt x="208205" y="413246"/>
                  <a:pt x="204233" y="406525"/>
                  <a:pt x="199064" y="400922"/>
                </a:cubicBezTo>
                <a:close/>
                <a:moveTo>
                  <a:pt x="436959" y="228867"/>
                </a:moveTo>
                <a:lnTo>
                  <a:pt x="347510" y="228867"/>
                </a:lnTo>
                <a:cubicBezTo>
                  <a:pt x="344046" y="211872"/>
                  <a:pt x="335109" y="196850"/>
                  <a:pt x="322635" y="185706"/>
                </a:cubicBezTo>
                <a:lnTo>
                  <a:pt x="369416" y="104232"/>
                </a:lnTo>
                <a:cubicBezTo>
                  <a:pt x="373067" y="105033"/>
                  <a:pt x="376854" y="105469"/>
                  <a:pt x="380742" y="105469"/>
                </a:cubicBezTo>
                <a:cubicBezTo>
                  <a:pt x="384648" y="105469"/>
                  <a:pt x="388451" y="105029"/>
                  <a:pt x="392117" y="104219"/>
                </a:cubicBezTo>
                <a:lnTo>
                  <a:pt x="451093" y="206368"/>
                </a:lnTo>
                <a:cubicBezTo>
                  <a:pt x="444628" y="212475"/>
                  <a:pt x="439695" y="220185"/>
                  <a:pt x="436959" y="228867"/>
                </a:cubicBezTo>
                <a:close/>
                <a:moveTo>
                  <a:pt x="148006" y="104004"/>
                </a:moveTo>
                <a:cubicBezTo>
                  <a:pt x="151957" y="104952"/>
                  <a:pt x="156075" y="105469"/>
                  <a:pt x="160313" y="105469"/>
                </a:cubicBezTo>
                <a:cubicBezTo>
                  <a:pt x="164201" y="105469"/>
                  <a:pt x="167987" y="105033"/>
                  <a:pt x="171639" y="104231"/>
                </a:cubicBezTo>
                <a:lnTo>
                  <a:pt x="218069" y="185096"/>
                </a:lnTo>
                <a:cubicBezTo>
                  <a:pt x="205231" y="196298"/>
                  <a:pt x="196019" y="211556"/>
                  <a:pt x="192491" y="228867"/>
                </a:cubicBezTo>
                <a:lnTo>
                  <a:pt x="103041" y="228867"/>
                </a:lnTo>
                <a:cubicBezTo>
                  <a:pt x="100305" y="220185"/>
                  <a:pt x="95372" y="212475"/>
                  <a:pt x="88907" y="206368"/>
                </a:cubicBezTo>
                <a:close/>
                <a:moveTo>
                  <a:pt x="103041" y="260508"/>
                </a:moveTo>
                <a:lnTo>
                  <a:pt x="192490" y="260508"/>
                </a:lnTo>
                <a:cubicBezTo>
                  <a:pt x="196018" y="277819"/>
                  <a:pt x="205230" y="293077"/>
                  <a:pt x="218068" y="304279"/>
                </a:cubicBezTo>
                <a:lnTo>
                  <a:pt x="171638" y="385144"/>
                </a:lnTo>
                <a:cubicBezTo>
                  <a:pt x="167987" y="384342"/>
                  <a:pt x="164201" y="383906"/>
                  <a:pt x="160313" y="383906"/>
                </a:cubicBezTo>
                <a:cubicBezTo>
                  <a:pt x="156075" y="383906"/>
                  <a:pt x="151957" y="384423"/>
                  <a:pt x="148006" y="385371"/>
                </a:cubicBezTo>
                <a:lnTo>
                  <a:pt x="88906" y="283007"/>
                </a:lnTo>
                <a:cubicBezTo>
                  <a:pt x="95372" y="276900"/>
                  <a:pt x="100305" y="269190"/>
                  <a:pt x="103041" y="260508"/>
                </a:cubicBezTo>
                <a:close/>
                <a:moveTo>
                  <a:pt x="392117" y="385156"/>
                </a:moveTo>
                <a:cubicBezTo>
                  <a:pt x="388451" y="384346"/>
                  <a:pt x="384648" y="383906"/>
                  <a:pt x="380742" y="383906"/>
                </a:cubicBezTo>
                <a:cubicBezTo>
                  <a:pt x="376854" y="383906"/>
                  <a:pt x="373067" y="384342"/>
                  <a:pt x="369416" y="385144"/>
                </a:cubicBezTo>
                <a:lnTo>
                  <a:pt x="322635" y="303670"/>
                </a:lnTo>
                <a:cubicBezTo>
                  <a:pt x="335109" y="292526"/>
                  <a:pt x="344046" y="277504"/>
                  <a:pt x="347510" y="260509"/>
                </a:cubicBezTo>
                <a:lnTo>
                  <a:pt x="436959" y="260509"/>
                </a:lnTo>
                <a:cubicBezTo>
                  <a:pt x="439695" y="269191"/>
                  <a:pt x="444628" y="276901"/>
                  <a:pt x="451093" y="283009"/>
                </a:cubicBezTo>
                <a:close/>
              </a:path>
            </a:pathLst>
          </a:custGeom>
          <a:solidFill>
            <a:schemeClr val="bg1"/>
          </a:solidFill>
          <a:ln w="104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5B13F8EA-1CC3-439A-8796-9B4DF6CDD187}"/>
              </a:ext>
            </a:extLst>
          </p:cNvPr>
          <p:cNvGrpSpPr/>
          <p:nvPr userDrawn="1"/>
        </p:nvGrpSpPr>
        <p:grpSpPr>
          <a:xfrm>
            <a:off x="-45610" y="5204320"/>
            <a:ext cx="12352174" cy="1702818"/>
            <a:chOff x="-73070" y="5155182"/>
            <a:chExt cx="12352174" cy="1702818"/>
          </a:xfrm>
        </p:grpSpPr>
        <p:sp>
          <p:nvSpPr>
            <p:cNvPr id="57" name="Прямоугольный треугольник 56">
              <a:extLst>
                <a:ext uri="{FF2B5EF4-FFF2-40B4-BE49-F238E27FC236}">
                  <a16:creationId xmlns:a16="http://schemas.microsoft.com/office/drawing/2014/main" id="{E5142D23-FEF2-4492-9733-D5843D75A25C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58" name="Полилиния: фигура 55">
              <a:extLst>
                <a:ext uri="{FF2B5EF4-FFF2-40B4-BE49-F238E27FC236}">
                  <a16:creationId xmlns:a16="http://schemas.microsoft.com/office/drawing/2014/main" id="{95C6B4C1-0CB2-4330-AA80-B13174D28C29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3EF091D-2893-5E59-16A7-3FF90FAE0A2B}"/>
              </a:ext>
            </a:extLst>
          </p:cNvPr>
          <p:cNvGrpSpPr/>
          <p:nvPr/>
        </p:nvGrpSpPr>
        <p:grpSpPr>
          <a:xfrm>
            <a:off x="213459" y="961593"/>
            <a:ext cx="11366881" cy="1021615"/>
            <a:chOff x="421767" y="1753889"/>
            <a:chExt cx="11366881" cy="1251552"/>
          </a:xfrm>
        </p:grpSpPr>
        <p:sp>
          <p:nvSpPr>
            <p:cNvPr id="41" name="Rectangle: Rounded Corners 69">
              <a:extLst>
                <a:ext uri="{FF2B5EF4-FFF2-40B4-BE49-F238E27FC236}">
                  <a16:creationId xmlns:a16="http://schemas.microsoft.com/office/drawing/2014/main" id="{6856632A-499B-6E47-CB74-6E685836D89D}"/>
                </a:ext>
              </a:extLst>
            </p:cNvPr>
            <p:cNvSpPr/>
            <p:nvPr/>
          </p:nvSpPr>
          <p:spPr>
            <a:xfrm>
              <a:off x="421767" y="1753889"/>
              <a:ext cx="5258013" cy="12515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grpSp>
          <p:nvGrpSpPr>
            <p:cNvPr id="42" name="Группа 41">
              <a:extLst>
                <a:ext uri="{FF2B5EF4-FFF2-40B4-BE49-F238E27FC236}">
                  <a16:creationId xmlns:a16="http://schemas.microsoft.com/office/drawing/2014/main" id="{12B8BE7C-26AC-FADD-77CC-C5D0B98AF089}"/>
                </a:ext>
              </a:extLst>
            </p:cNvPr>
            <p:cNvGrpSpPr/>
            <p:nvPr/>
          </p:nvGrpSpPr>
          <p:grpSpPr>
            <a:xfrm>
              <a:off x="694840" y="1990064"/>
              <a:ext cx="779202" cy="779202"/>
              <a:chOff x="803275" y="1929665"/>
              <a:chExt cx="900000" cy="900000"/>
            </a:xfrm>
          </p:grpSpPr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7074714B-CECC-A09F-3C23-1AE6E37613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275" y="1929665"/>
                <a:ext cx="900000" cy="9000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Заголовок 3">
                <a:extLst>
                  <a:ext uri="{FF2B5EF4-FFF2-40B4-BE49-F238E27FC236}">
                    <a16:creationId xmlns:a16="http://schemas.microsoft.com/office/drawing/2014/main" id="{1C0DAEA8-6E43-BD2F-8800-39119A4597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82" y="2285700"/>
                <a:ext cx="276586" cy="296108"/>
              </a:xfrm>
              <a:prstGeom prst="rect">
                <a:avLst/>
              </a:prstGeom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ru-RU" sz="24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  <p:sp>
          <p:nvSpPr>
            <p:cNvPr id="43" name="Rectangle: Rounded Corners 69">
              <a:extLst>
                <a:ext uri="{FF2B5EF4-FFF2-40B4-BE49-F238E27FC236}">
                  <a16:creationId xmlns:a16="http://schemas.microsoft.com/office/drawing/2014/main" id="{7C2B660A-8FF9-75AC-8307-884A9C083DC2}"/>
                </a:ext>
              </a:extLst>
            </p:cNvPr>
            <p:cNvSpPr/>
            <p:nvPr/>
          </p:nvSpPr>
          <p:spPr>
            <a:xfrm>
              <a:off x="6530635" y="1753889"/>
              <a:ext cx="5258013" cy="12515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4" name="Объект 20">
              <a:extLst>
                <a:ext uri="{FF2B5EF4-FFF2-40B4-BE49-F238E27FC236}">
                  <a16:creationId xmlns:a16="http://schemas.microsoft.com/office/drawing/2014/main" id="{15945F0D-B8AC-EF95-6E48-E8D04C0A15DC}"/>
                </a:ext>
              </a:extLst>
            </p:cNvPr>
            <p:cNvSpPr txBox="1">
              <a:spLocks/>
            </p:cNvSpPr>
            <p:nvPr/>
          </p:nvSpPr>
          <p:spPr>
            <a:xfrm>
              <a:off x="1672410" y="2130366"/>
              <a:ext cx="3935653" cy="30540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Федеральная услуга</a:t>
              </a:r>
            </a:p>
          </p:txBody>
        </p:sp>
        <p:sp>
          <p:nvSpPr>
            <p:cNvPr id="46" name="Объект 20">
              <a:extLst>
                <a:ext uri="{FF2B5EF4-FFF2-40B4-BE49-F238E27FC236}">
                  <a16:creationId xmlns:a16="http://schemas.microsoft.com/office/drawing/2014/main" id="{08445BD7-5646-2CF4-5877-98552725957B}"/>
                </a:ext>
              </a:extLst>
            </p:cNvPr>
            <p:cNvSpPr txBox="1">
              <a:spLocks/>
            </p:cNvSpPr>
            <p:nvPr/>
          </p:nvSpPr>
          <p:spPr>
            <a:xfrm>
              <a:off x="7764142" y="2130366"/>
              <a:ext cx="3935653" cy="30540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Единый биллинг</a:t>
              </a:r>
            </a:p>
          </p:txBody>
        </p:sp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B2DCB789-20A3-4C93-4197-5D312964745E}"/>
                </a:ext>
              </a:extLst>
            </p:cNvPr>
            <p:cNvGrpSpPr/>
            <p:nvPr/>
          </p:nvGrpSpPr>
          <p:grpSpPr>
            <a:xfrm>
              <a:off x="6807351" y="1990064"/>
              <a:ext cx="779202" cy="779202"/>
              <a:chOff x="803275" y="1929665"/>
              <a:chExt cx="900000" cy="900000"/>
            </a:xfrm>
          </p:grpSpPr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1E7C4EC3-AD02-113A-31CF-CBF92548D1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275" y="1929665"/>
                <a:ext cx="900000" cy="9000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Заголовок 3">
                <a:extLst>
                  <a:ext uri="{FF2B5EF4-FFF2-40B4-BE49-F238E27FC236}">
                    <a16:creationId xmlns:a16="http://schemas.microsoft.com/office/drawing/2014/main" id="{2F4401D7-087A-136A-74FD-8B0B113445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82" y="2168100"/>
                <a:ext cx="276586" cy="418989"/>
              </a:xfrm>
              <a:prstGeom prst="rect">
                <a:avLst/>
              </a:prstGeom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ru-RU" sz="2400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</p:grp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7730D4F3-8A25-6925-ED26-BD868EC9C3DD}"/>
              </a:ext>
            </a:extLst>
          </p:cNvPr>
          <p:cNvGrpSpPr/>
          <p:nvPr/>
        </p:nvGrpSpPr>
        <p:grpSpPr>
          <a:xfrm>
            <a:off x="213459" y="2244865"/>
            <a:ext cx="11366881" cy="1060403"/>
            <a:chOff x="421767" y="3508375"/>
            <a:chExt cx="11366881" cy="1251552"/>
          </a:xfrm>
        </p:grpSpPr>
        <p:sp>
          <p:nvSpPr>
            <p:cNvPr id="54" name="Rectangle: Rounded Corners 69">
              <a:extLst>
                <a:ext uri="{FF2B5EF4-FFF2-40B4-BE49-F238E27FC236}">
                  <a16:creationId xmlns:a16="http://schemas.microsoft.com/office/drawing/2014/main" id="{69A33A03-CB15-65DF-1ED1-51E45D29F122}"/>
                </a:ext>
              </a:extLst>
            </p:cNvPr>
            <p:cNvSpPr/>
            <p:nvPr/>
          </p:nvSpPr>
          <p:spPr>
            <a:xfrm>
              <a:off x="421767" y="3508375"/>
              <a:ext cx="5258013" cy="12515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5" name="Rectangle: Rounded Corners 69">
              <a:extLst>
                <a:ext uri="{FF2B5EF4-FFF2-40B4-BE49-F238E27FC236}">
                  <a16:creationId xmlns:a16="http://schemas.microsoft.com/office/drawing/2014/main" id="{301FA64B-0547-ED68-4349-CEEC009EC2F3}"/>
                </a:ext>
              </a:extLst>
            </p:cNvPr>
            <p:cNvSpPr/>
            <p:nvPr/>
          </p:nvSpPr>
          <p:spPr>
            <a:xfrm>
              <a:off x="6530635" y="3508375"/>
              <a:ext cx="5258013" cy="12515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6" name="Объект 20">
              <a:extLst>
                <a:ext uri="{FF2B5EF4-FFF2-40B4-BE49-F238E27FC236}">
                  <a16:creationId xmlns:a16="http://schemas.microsoft.com/office/drawing/2014/main" id="{875A6279-3C61-7518-FA07-3C6006E0C06F}"/>
                </a:ext>
              </a:extLst>
            </p:cNvPr>
            <p:cNvSpPr txBox="1">
              <a:spLocks/>
            </p:cNvSpPr>
            <p:nvPr/>
          </p:nvSpPr>
          <p:spPr>
            <a:xfrm>
              <a:off x="1672410" y="3884852"/>
              <a:ext cx="3935653" cy="29423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Вывод новых продуктов и тарифов</a:t>
              </a:r>
            </a:p>
          </p:txBody>
        </p:sp>
        <p:sp>
          <p:nvSpPr>
            <p:cNvPr id="59" name="Объект 20">
              <a:extLst>
                <a:ext uri="{FF2B5EF4-FFF2-40B4-BE49-F238E27FC236}">
                  <a16:creationId xmlns:a16="http://schemas.microsoft.com/office/drawing/2014/main" id="{AB7C90E7-1C1A-D503-712A-3AFDC8B1BCBA}"/>
                </a:ext>
              </a:extLst>
            </p:cNvPr>
            <p:cNvSpPr txBox="1">
              <a:spLocks/>
            </p:cNvSpPr>
            <p:nvPr/>
          </p:nvSpPr>
          <p:spPr>
            <a:xfrm>
              <a:off x="7764143" y="3884852"/>
              <a:ext cx="3935653" cy="58847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Сокращение затрат на доработки ИТ систем</a:t>
              </a:r>
            </a:p>
          </p:txBody>
        </p: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id="{D2AD9B85-79B5-800D-CC78-82AE3079E62A}"/>
                </a:ext>
              </a:extLst>
            </p:cNvPr>
            <p:cNvGrpSpPr/>
            <p:nvPr/>
          </p:nvGrpSpPr>
          <p:grpSpPr>
            <a:xfrm>
              <a:off x="694840" y="3744550"/>
              <a:ext cx="779202" cy="779202"/>
              <a:chOff x="803275" y="1929665"/>
              <a:chExt cx="900000" cy="900000"/>
            </a:xfrm>
          </p:grpSpPr>
          <p:sp>
            <p:nvSpPr>
              <p:cNvPr id="64" name="Прямоугольник 63">
                <a:extLst>
                  <a:ext uri="{FF2B5EF4-FFF2-40B4-BE49-F238E27FC236}">
                    <a16:creationId xmlns:a16="http://schemas.microsoft.com/office/drawing/2014/main" id="{2A5351FB-9B8D-750B-1A69-616C91C3F5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275" y="1929665"/>
                <a:ext cx="900000" cy="9000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Заголовок 3">
                <a:extLst>
                  <a:ext uri="{FF2B5EF4-FFF2-40B4-BE49-F238E27FC236}">
                    <a16:creationId xmlns:a16="http://schemas.microsoft.com/office/drawing/2014/main" id="{440DAC7F-1050-8175-3BBC-F587C5240B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82" y="2290288"/>
                <a:ext cx="276586" cy="296108"/>
              </a:xfrm>
              <a:prstGeom prst="rect">
                <a:avLst/>
              </a:prstGeom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ru-RU" sz="24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</p:grpSp>
        <p:grpSp>
          <p:nvGrpSpPr>
            <p:cNvPr id="61" name="Группа 60">
              <a:extLst>
                <a:ext uri="{FF2B5EF4-FFF2-40B4-BE49-F238E27FC236}">
                  <a16:creationId xmlns:a16="http://schemas.microsoft.com/office/drawing/2014/main" id="{F6581DC0-1CCE-55A6-2619-92E78F6AD26F}"/>
                </a:ext>
              </a:extLst>
            </p:cNvPr>
            <p:cNvGrpSpPr/>
            <p:nvPr/>
          </p:nvGrpSpPr>
          <p:grpSpPr>
            <a:xfrm>
              <a:off x="6807351" y="3744550"/>
              <a:ext cx="779202" cy="779202"/>
              <a:chOff x="803275" y="1929665"/>
              <a:chExt cx="900000" cy="900000"/>
            </a:xfrm>
          </p:grpSpPr>
          <p:sp>
            <p:nvSpPr>
              <p:cNvPr id="62" name="Прямоугольник 61">
                <a:extLst>
                  <a:ext uri="{FF2B5EF4-FFF2-40B4-BE49-F238E27FC236}">
                    <a16:creationId xmlns:a16="http://schemas.microsoft.com/office/drawing/2014/main" id="{B2B95F20-8F9C-2695-ED68-0629690684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275" y="1929665"/>
                <a:ext cx="900000" cy="9000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Заголовок 3">
                <a:extLst>
                  <a:ext uri="{FF2B5EF4-FFF2-40B4-BE49-F238E27FC236}">
                    <a16:creationId xmlns:a16="http://schemas.microsoft.com/office/drawing/2014/main" id="{369EECA0-A1CB-8062-AD7E-FF887B3B48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6756" y="2185757"/>
                <a:ext cx="276586" cy="403663"/>
              </a:xfrm>
              <a:prstGeom prst="rect">
                <a:avLst/>
              </a:prstGeom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ru-RU" sz="2400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</p:grp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03CC61FF-3F85-44FD-BBAD-8C4FA1D6DCD4}"/>
              </a:ext>
            </a:extLst>
          </p:cNvPr>
          <p:cNvGrpSpPr/>
          <p:nvPr/>
        </p:nvGrpSpPr>
        <p:grpSpPr>
          <a:xfrm>
            <a:off x="213459" y="3566925"/>
            <a:ext cx="11366881" cy="1016799"/>
            <a:chOff x="421767" y="5187429"/>
            <a:chExt cx="11366881" cy="1251552"/>
          </a:xfrm>
        </p:grpSpPr>
        <p:sp>
          <p:nvSpPr>
            <p:cNvPr id="67" name="Rectangle: Rounded Corners 69">
              <a:extLst>
                <a:ext uri="{FF2B5EF4-FFF2-40B4-BE49-F238E27FC236}">
                  <a16:creationId xmlns:a16="http://schemas.microsoft.com/office/drawing/2014/main" id="{8C7100CE-D083-004D-ABC5-FD539037DA72}"/>
                </a:ext>
              </a:extLst>
            </p:cNvPr>
            <p:cNvSpPr/>
            <p:nvPr/>
          </p:nvSpPr>
          <p:spPr>
            <a:xfrm>
              <a:off x="421767" y="5187429"/>
              <a:ext cx="5258013" cy="12515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D0D38E2C-40E1-0E7A-845A-6E1AD4481567}"/>
                </a:ext>
              </a:extLst>
            </p:cNvPr>
            <p:cNvSpPr/>
            <p:nvPr/>
          </p:nvSpPr>
          <p:spPr>
            <a:xfrm>
              <a:off x="6530635" y="5187429"/>
              <a:ext cx="5258013" cy="12515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1" name="Объект 20">
              <a:extLst>
                <a:ext uri="{FF2B5EF4-FFF2-40B4-BE49-F238E27FC236}">
                  <a16:creationId xmlns:a16="http://schemas.microsoft.com/office/drawing/2014/main" id="{A20141C4-E8FA-1843-8A5F-8DE06F07BB7E}"/>
                </a:ext>
              </a:extLst>
            </p:cNvPr>
            <p:cNvSpPr txBox="1">
              <a:spLocks/>
            </p:cNvSpPr>
            <p:nvPr/>
          </p:nvSpPr>
          <p:spPr>
            <a:xfrm>
              <a:off x="1672410" y="5563906"/>
              <a:ext cx="3935653" cy="30685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Скорость запуска продукта</a:t>
              </a:r>
            </a:p>
          </p:txBody>
        </p:sp>
        <p:sp>
          <p:nvSpPr>
            <p:cNvPr id="72" name="Объект 20">
              <a:extLst>
                <a:ext uri="{FF2B5EF4-FFF2-40B4-BE49-F238E27FC236}">
                  <a16:creationId xmlns:a16="http://schemas.microsoft.com/office/drawing/2014/main" id="{3CBEE9F6-EEBD-A802-3F3D-296D035A5406}"/>
                </a:ext>
              </a:extLst>
            </p:cNvPr>
            <p:cNvSpPr txBox="1">
              <a:spLocks/>
            </p:cNvSpPr>
            <p:nvPr/>
          </p:nvSpPr>
          <p:spPr>
            <a:xfrm>
              <a:off x="7764143" y="5563906"/>
              <a:ext cx="3935653" cy="30685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Единая точка обслуживания базы</a:t>
              </a:r>
            </a:p>
          </p:txBody>
        </p:sp>
        <p:grpSp>
          <p:nvGrpSpPr>
            <p:cNvPr id="73" name="Группа 72">
              <a:extLst>
                <a:ext uri="{FF2B5EF4-FFF2-40B4-BE49-F238E27FC236}">
                  <a16:creationId xmlns:a16="http://schemas.microsoft.com/office/drawing/2014/main" id="{503A9534-DC27-6E75-1338-857DA042DC29}"/>
                </a:ext>
              </a:extLst>
            </p:cNvPr>
            <p:cNvGrpSpPr/>
            <p:nvPr/>
          </p:nvGrpSpPr>
          <p:grpSpPr>
            <a:xfrm>
              <a:off x="694840" y="5423604"/>
              <a:ext cx="779202" cy="779202"/>
              <a:chOff x="803275" y="1929665"/>
              <a:chExt cx="900000" cy="900000"/>
            </a:xfrm>
          </p:grpSpPr>
          <p:sp>
            <p:nvSpPr>
              <p:cNvPr id="78" name="Прямоугольник 77">
                <a:extLst>
                  <a:ext uri="{FF2B5EF4-FFF2-40B4-BE49-F238E27FC236}">
                    <a16:creationId xmlns:a16="http://schemas.microsoft.com/office/drawing/2014/main" id="{4DAB3569-07B7-17A8-0229-59DC7F86B6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275" y="1929665"/>
                <a:ext cx="900000" cy="9000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Заголовок 3">
                <a:extLst>
                  <a:ext uri="{FF2B5EF4-FFF2-40B4-BE49-F238E27FC236}">
                    <a16:creationId xmlns:a16="http://schemas.microsoft.com/office/drawing/2014/main" id="{CA3E8795-4C85-96BF-F963-B91F630D93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82" y="2288239"/>
                <a:ext cx="276586" cy="296108"/>
              </a:xfrm>
              <a:prstGeom prst="rect">
                <a:avLst/>
              </a:prstGeom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ru-RU" sz="24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</p:grpSp>
        <p:grpSp>
          <p:nvGrpSpPr>
            <p:cNvPr id="75" name="Группа 74">
              <a:extLst>
                <a:ext uri="{FF2B5EF4-FFF2-40B4-BE49-F238E27FC236}">
                  <a16:creationId xmlns:a16="http://schemas.microsoft.com/office/drawing/2014/main" id="{7E3F01E1-5CC1-1511-FE0C-0B0393522C14}"/>
                </a:ext>
              </a:extLst>
            </p:cNvPr>
            <p:cNvGrpSpPr/>
            <p:nvPr/>
          </p:nvGrpSpPr>
          <p:grpSpPr>
            <a:xfrm>
              <a:off x="6807351" y="5423604"/>
              <a:ext cx="779202" cy="779202"/>
              <a:chOff x="803275" y="1929665"/>
              <a:chExt cx="900000" cy="900000"/>
            </a:xfrm>
          </p:grpSpPr>
          <p:sp>
            <p:nvSpPr>
              <p:cNvPr id="76" name="Прямоугольник 75">
                <a:extLst>
                  <a:ext uri="{FF2B5EF4-FFF2-40B4-BE49-F238E27FC236}">
                    <a16:creationId xmlns:a16="http://schemas.microsoft.com/office/drawing/2014/main" id="{D8F70418-3FEB-9331-FF0F-54060C03A3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275" y="1929665"/>
                <a:ext cx="900000" cy="9000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Заголовок 3">
                <a:extLst>
                  <a:ext uri="{FF2B5EF4-FFF2-40B4-BE49-F238E27FC236}">
                    <a16:creationId xmlns:a16="http://schemas.microsoft.com/office/drawing/2014/main" id="{D28B6147-23C6-1191-8716-8DC7AC92B5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82" y="2163518"/>
                <a:ext cx="276586" cy="420974"/>
              </a:xfrm>
              <a:prstGeom prst="rect">
                <a:avLst/>
              </a:prstGeom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ru-RU" sz="2400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</p:grp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3CC61FF-3F85-44FD-BBAD-8C4FA1D6DCD4}"/>
              </a:ext>
            </a:extLst>
          </p:cNvPr>
          <p:cNvGrpSpPr/>
          <p:nvPr/>
        </p:nvGrpSpPr>
        <p:grpSpPr>
          <a:xfrm>
            <a:off x="213459" y="4755078"/>
            <a:ext cx="11366881" cy="1016799"/>
            <a:chOff x="421767" y="5187429"/>
            <a:chExt cx="11366881" cy="1251552"/>
          </a:xfrm>
        </p:grpSpPr>
        <p:sp>
          <p:nvSpPr>
            <p:cNvPr id="81" name="Rectangle: Rounded Corners 69">
              <a:extLst>
                <a:ext uri="{FF2B5EF4-FFF2-40B4-BE49-F238E27FC236}">
                  <a16:creationId xmlns:a16="http://schemas.microsoft.com/office/drawing/2014/main" id="{8C7100CE-D083-004D-ABC5-FD539037DA72}"/>
                </a:ext>
              </a:extLst>
            </p:cNvPr>
            <p:cNvSpPr/>
            <p:nvPr/>
          </p:nvSpPr>
          <p:spPr>
            <a:xfrm>
              <a:off x="421767" y="5187429"/>
              <a:ext cx="5258013" cy="12515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2" name="Rectangle: Rounded Corners 69">
              <a:extLst>
                <a:ext uri="{FF2B5EF4-FFF2-40B4-BE49-F238E27FC236}">
                  <a16:creationId xmlns:a16="http://schemas.microsoft.com/office/drawing/2014/main" id="{D0D38E2C-40E1-0E7A-845A-6E1AD4481567}"/>
                </a:ext>
              </a:extLst>
            </p:cNvPr>
            <p:cNvSpPr/>
            <p:nvPr/>
          </p:nvSpPr>
          <p:spPr>
            <a:xfrm>
              <a:off x="6530635" y="5187429"/>
              <a:ext cx="5258013" cy="12515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3" name="Объект 20">
              <a:extLst>
                <a:ext uri="{FF2B5EF4-FFF2-40B4-BE49-F238E27FC236}">
                  <a16:creationId xmlns:a16="http://schemas.microsoft.com/office/drawing/2014/main" id="{A20141C4-E8FA-1843-8A5F-8DE06F07BB7E}"/>
                </a:ext>
              </a:extLst>
            </p:cNvPr>
            <p:cNvSpPr txBox="1">
              <a:spLocks/>
            </p:cNvSpPr>
            <p:nvPr/>
          </p:nvSpPr>
          <p:spPr>
            <a:xfrm>
              <a:off x="1672410" y="5563906"/>
              <a:ext cx="3935653" cy="30685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Масштабирование продаж</a:t>
              </a:r>
            </a:p>
          </p:txBody>
        </p:sp>
        <p:sp>
          <p:nvSpPr>
            <p:cNvPr id="84" name="Объект 20">
              <a:extLst>
                <a:ext uri="{FF2B5EF4-FFF2-40B4-BE49-F238E27FC236}">
                  <a16:creationId xmlns:a16="http://schemas.microsoft.com/office/drawing/2014/main" id="{3CBEE9F6-EEBD-A802-3F3D-296D035A5406}"/>
                </a:ext>
              </a:extLst>
            </p:cNvPr>
            <p:cNvSpPr txBox="1">
              <a:spLocks/>
            </p:cNvSpPr>
            <p:nvPr/>
          </p:nvSpPr>
          <p:spPr>
            <a:xfrm>
              <a:off x="7764143" y="5563906"/>
              <a:ext cx="3935653" cy="30685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Упрощенный клиентский путь</a:t>
              </a:r>
            </a:p>
          </p:txBody>
        </p: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503A9534-DC27-6E75-1338-857DA042DC29}"/>
                </a:ext>
              </a:extLst>
            </p:cNvPr>
            <p:cNvGrpSpPr/>
            <p:nvPr/>
          </p:nvGrpSpPr>
          <p:grpSpPr>
            <a:xfrm>
              <a:off x="694840" y="5423604"/>
              <a:ext cx="779202" cy="779202"/>
              <a:chOff x="803275" y="1929665"/>
              <a:chExt cx="900000" cy="900000"/>
            </a:xfrm>
          </p:grpSpPr>
          <p:sp>
            <p:nvSpPr>
              <p:cNvPr id="89" name="Прямоугольник 88">
                <a:extLst>
                  <a:ext uri="{FF2B5EF4-FFF2-40B4-BE49-F238E27FC236}">
                    <a16:creationId xmlns:a16="http://schemas.microsoft.com/office/drawing/2014/main" id="{4DAB3569-07B7-17A8-0229-59DC7F86B6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275" y="1929665"/>
                <a:ext cx="900000" cy="9000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Заголовок 3">
                <a:extLst>
                  <a:ext uri="{FF2B5EF4-FFF2-40B4-BE49-F238E27FC236}">
                    <a16:creationId xmlns:a16="http://schemas.microsoft.com/office/drawing/2014/main" id="{CA3E8795-4C85-96BF-F963-B91F630D93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82" y="2163373"/>
                <a:ext cx="276586" cy="420974"/>
              </a:xfrm>
              <a:prstGeom prst="rect">
                <a:avLst/>
              </a:prstGeom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ru-RU" sz="24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</p:grpSp>
        <p:grpSp>
          <p:nvGrpSpPr>
            <p:cNvPr id="86" name="Группа 85">
              <a:extLst>
                <a:ext uri="{FF2B5EF4-FFF2-40B4-BE49-F238E27FC236}">
                  <a16:creationId xmlns:a16="http://schemas.microsoft.com/office/drawing/2014/main" id="{7E3F01E1-5CC1-1511-FE0C-0B0393522C14}"/>
                </a:ext>
              </a:extLst>
            </p:cNvPr>
            <p:cNvGrpSpPr/>
            <p:nvPr/>
          </p:nvGrpSpPr>
          <p:grpSpPr>
            <a:xfrm>
              <a:off x="6807351" y="5423604"/>
              <a:ext cx="779202" cy="779202"/>
              <a:chOff x="803275" y="1929665"/>
              <a:chExt cx="900000" cy="900000"/>
            </a:xfrm>
          </p:grpSpPr>
          <p:sp>
            <p:nvSpPr>
              <p:cNvPr id="87" name="Прямоугольник 86">
                <a:extLst>
                  <a:ext uri="{FF2B5EF4-FFF2-40B4-BE49-F238E27FC236}">
                    <a16:creationId xmlns:a16="http://schemas.microsoft.com/office/drawing/2014/main" id="{D8F70418-3FEB-9331-FF0F-54060C03A3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275" y="1929665"/>
                <a:ext cx="900000" cy="900000"/>
              </a:xfrm>
              <a:prstGeom prst="rect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177800" dist="50800" dir="2700000" algn="tl" rotWithShape="0">
                  <a:schemeClr val="tx2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Заголовок 3">
                <a:extLst>
                  <a:ext uri="{FF2B5EF4-FFF2-40B4-BE49-F238E27FC236}">
                    <a16:creationId xmlns:a16="http://schemas.microsoft.com/office/drawing/2014/main" id="{D28B6147-23C6-1191-8716-8DC7AC92B5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4982" y="2163518"/>
                <a:ext cx="276586" cy="420974"/>
              </a:xfrm>
              <a:prstGeom prst="rect">
                <a:avLst/>
              </a:prstGeom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ru-RU" sz="2400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138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9E49-008E-756F-16CE-C7775A0EB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Овал 58">
            <a:extLst>
              <a:ext uri="{FF2B5EF4-FFF2-40B4-BE49-F238E27FC236}">
                <a16:creationId xmlns:a16="http://schemas.microsoft.com/office/drawing/2014/main" id="{BF704BC6-6278-459A-8BA5-8F9F37B47DB8}"/>
              </a:ext>
            </a:extLst>
          </p:cNvPr>
          <p:cNvSpPr/>
          <p:nvPr/>
        </p:nvSpPr>
        <p:spPr>
          <a:xfrm>
            <a:off x="-3563734" y="1835627"/>
            <a:ext cx="5164223" cy="5164223"/>
          </a:xfrm>
          <a:prstGeom prst="ellipse">
            <a:avLst/>
          </a:prstGeom>
          <a:gradFill flip="none" rotWithShape="1">
            <a:gsLst>
              <a:gs pos="97872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57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304DBA75-E2D4-4751-8390-2C7A4683674E}"/>
              </a:ext>
            </a:extLst>
          </p:cNvPr>
          <p:cNvSpPr/>
          <p:nvPr/>
        </p:nvSpPr>
        <p:spPr>
          <a:xfrm>
            <a:off x="8410502" y="-2631392"/>
            <a:ext cx="4266310" cy="4266310"/>
          </a:xfrm>
          <a:prstGeom prst="ellipse">
            <a:avLst/>
          </a:prstGeom>
          <a:gradFill flip="none" rotWithShape="1">
            <a:gsLst>
              <a:gs pos="97872">
                <a:schemeClr val="accent2">
                  <a:alpha val="0"/>
                </a:schemeClr>
              </a:gs>
              <a:gs pos="0">
                <a:schemeClr val="accent2">
                  <a:alpha val="3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A4A808D1-380D-4CF2-9BAC-F878E73C138E}"/>
              </a:ext>
            </a:extLst>
          </p:cNvPr>
          <p:cNvSpPr/>
          <p:nvPr/>
        </p:nvSpPr>
        <p:spPr>
          <a:xfrm>
            <a:off x="10543657" y="-1923172"/>
            <a:ext cx="5164223" cy="5164223"/>
          </a:xfrm>
          <a:prstGeom prst="ellipse">
            <a:avLst/>
          </a:prstGeom>
          <a:gradFill flip="none" rotWithShape="1">
            <a:gsLst>
              <a:gs pos="97872">
                <a:schemeClr val="accent1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57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9165A7E-AFCB-955A-0564-14BC9D15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145" y="216047"/>
            <a:ext cx="11366881" cy="542841"/>
          </a:xfrm>
        </p:spPr>
        <p:txBody>
          <a:bodyPr/>
          <a:lstStyle/>
          <a:p>
            <a:r>
              <a:rPr lang="ru-RU" dirty="0"/>
              <a:t>Уникальные тарифные предложения</a:t>
            </a:r>
          </a:p>
        </p:txBody>
      </p:sp>
      <p:sp>
        <p:nvSpPr>
          <p:cNvPr id="46" name="Дата 2">
            <a:extLst>
              <a:ext uri="{FF2B5EF4-FFF2-40B4-BE49-F238E27FC236}">
                <a16:creationId xmlns:a16="http://schemas.microsoft.com/office/drawing/2014/main" id="{642A1AC0-C302-4298-A385-1FA918A5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EF9F5-0A6A-4DF3-883B-0836972FD5C5}" type="datetimeFigureOut">
              <a:rPr lang="ru-RU" smtClean="0"/>
              <a:t>30.09.2024</a:t>
            </a:fld>
            <a:endParaRPr lang="ru-RU" dirty="0"/>
          </a:p>
        </p:txBody>
      </p:sp>
      <p:sp>
        <p:nvSpPr>
          <p:cNvPr id="47" name="Нижний колонтитул 3">
            <a:extLst>
              <a:ext uri="{FF2B5EF4-FFF2-40B4-BE49-F238E27FC236}">
                <a16:creationId xmlns:a16="http://schemas.microsoft.com/office/drawing/2014/main" id="{B75E82F9-0336-4B23-808A-0D7A4519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8" name="Номер слайда 4">
            <a:extLst>
              <a:ext uri="{FF2B5EF4-FFF2-40B4-BE49-F238E27FC236}">
                <a16:creationId xmlns:a16="http://schemas.microsoft.com/office/drawing/2014/main" id="{33875902-801A-4B1D-A339-873491F4E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301E-532E-44D5-B5B9-1F1CD5948BE7}" type="slidenum">
              <a:rPr lang="ru-RU" smtClean="0"/>
              <a:t>4</a:t>
            </a:fld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876AC0C-543A-4E66-BB1B-0BCAD1646A41}"/>
              </a:ext>
            </a:extLst>
          </p:cNvPr>
          <p:cNvGrpSpPr/>
          <p:nvPr/>
        </p:nvGrpSpPr>
        <p:grpSpPr>
          <a:xfrm>
            <a:off x="415746" y="927563"/>
            <a:ext cx="4293155" cy="4185204"/>
            <a:chOff x="6204858" y="1608977"/>
            <a:chExt cx="2664000" cy="3348483"/>
          </a:xfrm>
        </p:grpSpPr>
        <p:sp>
          <p:nvSpPr>
            <p:cNvPr id="4" name="Rectangle: Rounded Corners 25">
              <a:extLst>
                <a:ext uri="{FF2B5EF4-FFF2-40B4-BE49-F238E27FC236}">
                  <a16:creationId xmlns:a16="http://schemas.microsoft.com/office/drawing/2014/main" id="{249251B2-3913-D589-1F24-722DECD01BC4}"/>
                </a:ext>
              </a:extLst>
            </p:cNvPr>
            <p:cNvSpPr/>
            <p:nvPr/>
          </p:nvSpPr>
          <p:spPr>
            <a:xfrm>
              <a:off x="6204858" y="1608977"/>
              <a:ext cx="2664000" cy="33484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E5D8296-FA25-1988-8DF2-A688BCF52B16}"/>
                </a:ext>
              </a:extLst>
            </p:cNvPr>
            <p:cNvSpPr txBox="1"/>
            <p:nvPr/>
          </p:nvSpPr>
          <p:spPr>
            <a:xfrm>
              <a:off x="6439719" y="4438685"/>
              <a:ext cx="2295506" cy="2216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ru-RU" sz="2000" dirty="0"/>
                <a:t>1 камера= 1 услуга</a:t>
              </a:r>
            </a:p>
          </p:txBody>
        </p:sp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D2980820-A0B3-53FB-0380-C8992B9D7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6668498" y="1804711"/>
              <a:ext cx="153894" cy="153894"/>
            </a:xfrm>
            <a:prstGeom prst="rect">
              <a:avLst/>
            </a:prstGeom>
          </p:spPr>
        </p:pic>
        <p:sp>
          <p:nvSpPr>
            <p:cNvPr id="37" name="Объект 20">
              <a:extLst>
                <a:ext uri="{FF2B5EF4-FFF2-40B4-BE49-F238E27FC236}">
                  <a16:creationId xmlns:a16="http://schemas.microsoft.com/office/drawing/2014/main" id="{CD1C62B1-E579-15A1-1F25-E4372C67C942}"/>
                </a:ext>
              </a:extLst>
            </p:cNvPr>
            <p:cNvSpPr txBox="1">
              <a:spLocks/>
            </p:cNvSpPr>
            <p:nvPr/>
          </p:nvSpPr>
          <p:spPr>
            <a:xfrm>
              <a:off x="6460020" y="3862303"/>
              <a:ext cx="2275205" cy="28991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>
                  <a:gradFill flip="none" rotWithShape="1">
                    <a:gsLst>
                      <a:gs pos="97872">
                        <a:schemeClr val="accent1"/>
                      </a:gs>
                      <a:gs pos="0">
                        <a:schemeClr val="accent2"/>
                      </a:gs>
                    </a:gsLst>
                    <a:lin ang="5400000" scaled="1"/>
                    <a:tileRect/>
                  </a:gradFill>
                </a:rPr>
                <a:t>90% </a:t>
              </a:r>
              <a:r>
                <a:rPr lang="ru-RU" sz="2400" b="1" dirty="0">
                  <a:gradFill flip="none" rotWithShape="1">
                    <a:gsLst>
                      <a:gs pos="97872">
                        <a:schemeClr val="accent1"/>
                      </a:gs>
                      <a:gs pos="0">
                        <a:schemeClr val="accent2"/>
                      </a:gs>
                    </a:gsLst>
                    <a:lin ang="5400000" scaled="1"/>
                    <a:tileRect/>
                  </a:gradFill>
                </a:rPr>
                <a:t>Рынка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D7B8BA2-2676-4066-8A57-C73500F36564}"/>
              </a:ext>
            </a:extLst>
          </p:cNvPr>
          <p:cNvGrpSpPr/>
          <p:nvPr/>
        </p:nvGrpSpPr>
        <p:grpSpPr>
          <a:xfrm>
            <a:off x="5695055" y="927563"/>
            <a:ext cx="5891799" cy="2010259"/>
            <a:chOff x="9152565" y="1674531"/>
            <a:chExt cx="2664000" cy="2735581"/>
          </a:xfrm>
        </p:grpSpPr>
        <p:sp>
          <p:nvSpPr>
            <p:cNvPr id="8" name="Rectangle: Rounded Corners 25">
              <a:extLst>
                <a:ext uri="{FF2B5EF4-FFF2-40B4-BE49-F238E27FC236}">
                  <a16:creationId xmlns:a16="http://schemas.microsoft.com/office/drawing/2014/main" id="{FF59DB74-A872-A8CC-179D-8017F41FB0F4}"/>
                </a:ext>
              </a:extLst>
            </p:cNvPr>
            <p:cNvSpPr/>
            <p:nvPr/>
          </p:nvSpPr>
          <p:spPr>
            <a:xfrm>
              <a:off x="9152565" y="1674531"/>
              <a:ext cx="2664000" cy="2573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A9745FA-0483-E8B4-8347-62EDCF6E6770}"/>
                </a:ext>
              </a:extLst>
            </p:cNvPr>
            <p:cNvSpPr txBox="1"/>
            <p:nvPr/>
          </p:nvSpPr>
          <p:spPr>
            <a:xfrm>
              <a:off x="10328758" y="2878607"/>
              <a:ext cx="1224485" cy="15315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ru-RU" dirty="0"/>
                <a:t>Базовый тариф + </a:t>
              </a:r>
              <a:r>
                <a:rPr lang="en-US" dirty="0"/>
                <a:t>N </a:t>
              </a:r>
              <a:r>
                <a:rPr lang="ru-RU" dirty="0"/>
                <a:t>руб. * Кол-во доп. камер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br>
                <a:rPr lang="ru-RU" dirty="0"/>
              </a:br>
              <a:endParaRPr lang="ru-RU" dirty="0"/>
            </a:p>
          </p:txBody>
        </p:sp>
        <p:sp>
          <p:nvSpPr>
            <p:cNvPr id="38" name="Объект 20">
              <a:extLst>
                <a:ext uri="{FF2B5EF4-FFF2-40B4-BE49-F238E27FC236}">
                  <a16:creationId xmlns:a16="http://schemas.microsoft.com/office/drawing/2014/main" id="{5658806F-81AA-9BA4-D60C-8277797EF6FF}"/>
                </a:ext>
              </a:extLst>
            </p:cNvPr>
            <p:cNvSpPr txBox="1">
              <a:spLocks/>
            </p:cNvSpPr>
            <p:nvPr/>
          </p:nvSpPr>
          <p:spPr>
            <a:xfrm>
              <a:off x="10321128" y="2072627"/>
              <a:ext cx="1428832" cy="452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400" b="1" dirty="0">
                  <a:gradFill flip="none" rotWithShape="1">
                    <a:gsLst>
                      <a:gs pos="97872">
                        <a:schemeClr val="accent1"/>
                      </a:gs>
                      <a:gs pos="0">
                        <a:schemeClr val="accent2"/>
                      </a:gs>
                    </a:gsLst>
                    <a:lin ang="5400000" scaled="1"/>
                    <a:tileRect/>
                  </a:gradFill>
                </a:rPr>
                <a:t>ОТТ Модель</a:t>
              </a:r>
            </a:p>
          </p:txBody>
        </p:sp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5B13F8EA-1CC3-439A-8796-9B4DF6CDD187}"/>
              </a:ext>
            </a:extLst>
          </p:cNvPr>
          <p:cNvGrpSpPr/>
          <p:nvPr userDrawn="1"/>
        </p:nvGrpSpPr>
        <p:grpSpPr>
          <a:xfrm>
            <a:off x="-75501" y="5247736"/>
            <a:ext cx="12352174" cy="1702818"/>
            <a:chOff x="-73070" y="5155182"/>
            <a:chExt cx="12352174" cy="1702818"/>
          </a:xfrm>
        </p:grpSpPr>
        <p:sp>
          <p:nvSpPr>
            <p:cNvPr id="55" name="Прямоугольный треугольник 54">
              <a:extLst>
                <a:ext uri="{FF2B5EF4-FFF2-40B4-BE49-F238E27FC236}">
                  <a16:creationId xmlns:a16="http://schemas.microsoft.com/office/drawing/2014/main" id="{E5142D23-FEF2-4492-9733-D5843D75A25C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56" name="Полилиния: фигура 55">
              <a:extLst>
                <a:ext uri="{FF2B5EF4-FFF2-40B4-BE49-F238E27FC236}">
                  <a16:creationId xmlns:a16="http://schemas.microsoft.com/office/drawing/2014/main" id="{95C6B4C1-0CB2-4330-AA80-B13174D28C29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pic>
        <p:nvPicPr>
          <p:cNvPr id="50" name="Рисунок 49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02" y="1035255"/>
            <a:ext cx="3222259" cy="2674534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944" y="1077617"/>
            <a:ext cx="1996042" cy="13220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5D7B8BA2-2676-4066-8A57-C73500F36564}"/>
              </a:ext>
            </a:extLst>
          </p:cNvPr>
          <p:cNvGrpSpPr/>
          <p:nvPr/>
        </p:nvGrpSpPr>
        <p:grpSpPr>
          <a:xfrm>
            <a:off x="5651931" y="3011616"/>
            <a:ext cx="5966440" cy="2270254"/>
            <a:chOff x="9152565" y="1674531"/>
            <a:chExt cx="2669032" cy="2745330"/>
          </a:xfrm>
        </p:grpSpPr>
        <p:sp>
          <p:nvSpPr>
            <p:cNvPr id="61" name="Rectangle: Rounded Corners 25">
              <a:extLst>
                <a:ext uri="{FF2B5EF4-FFF2-40B4-BE49-F238E27FC236}">
                  <a16:creationId xmlns:a16="http://schemas.microsoft.com/office/drawing/2014/main" id="{FF59DB74-A872-A8CC-179D-8017F41FB0F4}"/>
                </a:ext>
              </a:extLst>
            </p:cNvPr>
            <p:cNvSpPr/>
            <p:nvPr/>
          </p:nvSpPr>
          <p:spPr>
            <a:xfrm>
              <a:off x="9152565" y="1674531"/>
              <a:ext cx="2664000" cy="2573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A9745FA-0483-E8B4-8347-62EDCF6E6770}"/>
                </a:ext>
              </a:extLst>
            </p:cNvPr>
            <p:cNvSpPr txBox="1"/>
            <p:nvPr/>
          </p:nvSpPr>
          <p:spPr>
            <a:xfrm>
              <a:off x="10335529" y="2440074"/>
              <a:ext cx="1406073" cy="19797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dirty="0"/>
                <a:t>Подписка «</a:t>
              </a:r>
              <a:r>
                <a:rPr lang="en-US" dirty="0"/>
                <a:t>S</a:t>
              </a:r>
              <a:r>
                <a:rPr lang="ru-RU" dirty="0"/>
                <a:t>» на 3 камеры </a:t>
              </a:r>
            </a:p>
            <a:p>
              <a:r>
                <a:rPr lang="en-US" dirty="0"/>
                <a:t>~</a:t>
              </a:r>
              <a:r>
                <a:rPr lang="ru-RU" dirty="0"/>
                <a:t> 400 руб.</a:t>
              </a:r>
            </a:p>
            <a:p>
              <a:r>
                <a:rPr lang="ru-RU" dirty="0"/>
                <a:t>Подписка «</a:t>
              </a:r>
              <a:r>
                <a:rPr lang="en-US" dirty="0"/>
                <a:t>M</a:t>
              </a:r>
              <a:r>
                <a:rPr lang="ru-RU" dirty="0"/>
                <a:t>» на </a:t>
              </a:r>
              <a:r>
                <a:rPr lang="en-US" dirty="0"/>
                <a:t>5</a:t>
              </a:r>
              <a:r>
                <a:rPr lang="ru-RU" dirty="0"/>
                <a:t> камер</a:t>
              </a:r>
            </a:p>
            <a:p>
              <a:r>
                <a:rPr lang="ru-RU" dirty="0"/>
                <a:t> </a:t>
              </a:r>
              <a:r>
                <a:rPr lang="en-US" dirty="0"/>
                <a:t>~ </a:t>
              </a:r>
              <a:r>
                <a:rPr lang="ru-RU" dirty="0"/>
                <a:t>600 руб.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br>
                <a:rPr lang="ru-RU" dirty="0"/>
              </a:br>
              <a:endParaRPr lang="ru-RU" dirty="0"/>
            </a:p>
          </p:txBody>
        </p:sp>
        <p:sp>
          <p:nvSpPr>
            <p:cNvPr id="63" name="Объект 20">
              <a:extLst>
                <a:ext uri="{FF2B5EF4-FFF2-40B4-BE49-F238E27FC236}">
                  <a16:creationId xmlns:a16="http://schemas.microsoft.com/office/drawing/2014/main" id="{5658806F-81AA-9BA4-D60C-8277797EF6FF}"/>
                </a:ext>
              </a:extLst>
            </p:cNvPr>
            <p:cNvSpPr txBox="1">
              <a:spLocks/>
            </p:cNvSpPr>
            <p:nvPr/>
          </p:nvSpPr>
          <p:spPr>
            <a:xfrm>
              <a:off x="10318011" y="1837272"/>
              <a:ext cx="1503586" cy="819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400" b="1" dirty="0">
                  <a:gradFill flip="none" rotWithShape="1">
                    <a:gsLst>
                      <a:gs pos="97872">
                        <a:schemeClr val="accent1"/>
                      </a:gs>
                      <a:gs pos="0">
                        <a:schemeClr val="accent2"/>
                      </a:gs>
                    </a:gsLst>
                    <a:lin ang="5400000" scaled="1"/>
                    <a:tileRect/>
                  </a:gradFill>
                </a:rPr>
                <a:t>Подписочная модель</a:t>
              </a:r>
            </a:p>
          </p:txBody>
        </p:sp>
      </p:grpSp>
      <p:sp>
        <p:nvSpPr>
          <p:cNvPr id="65" name="Не равно 64"/>
          <p:cNvSpPr/>
          <p:nvPr/>
        </p:nvSpPr>
        <p:spPr>
          <a:xfrm>
            <a:off x="4783988" y="2556505"/>
            <a:ext cx="792856" cy="524860"/>
          </a:xfrm>
          <a:prstGeom prst="mathNotEqual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rgbClr val="E35FF9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30" name="Рисунок 29" descr="cid:Microsoft-InfoPath-00000002"/>
          <p:cNvPicPr/>
          <p:nvPr/>
        </p:nvPicPr>
        <p:blipFill rotWithShape="1"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18" t="49166" r="2913" b="13750"/>
          <a:stretch>
            <a:fillRect/>
          </a:stretch>
        </p:blipFill>
        <p:spPr bwMode="auto">
          <a:xfrm>
            <a:off x="6466902" y="3241051"/>
            <a:ext cx="1132952" cy="1081477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>
            <a:reflection blurRad="6350" stA="52000" endA="300" endPos="3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960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BFB336B-848C-EE76-145F-F10B12735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Видеонаблюдение от </a:t>
            </a:r>
            <a:r>
              <a:rPr lang="en-US" dirty="0"/>
              <a:t>t2</a:t>
            </a:r>
            <a:endParaRPr lang="ru-RU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99E449A-D6E8-493B-96DC-0BB5BD4C2E12}"/>
              </a:ext>
            </a:extLst>
          </p:cNvPr>
          <p:cNvSpPr/>
          <p:nvPr/>
        </p:nvSpPr>
        <p:spPr>
          <a:xfrm>
            <a:off x="6877970" y="-5387411"/>
            <a:ext cx="7294309" cy="7294309"/>
          </a:xfrm>
          <a:prstGeom prst="ellipse">
            <a:avLst/>
          </a:prstGeom>
          <a:gradFill flip="none" rotWithShape="1">
            <a:gsLst>
              <a:gs pos="97872">
                <a:schemeClr val="accent1">
                  <a:alpha val="0"/>
                </a:schemeClr>
              </a:gs>
              <a:gs pos="0">
                <a:schemeClr val="accent1">
                  <a:alpha val="4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57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55D7502-2921-484E-BB04-34258A74A994}"/>
              </a:ext>
            </a:extLst>
          </p:cNvPr>
          <p:cNvSpPr/>
          <p:nvPr/>
        </p:nvSpPr>
        <p:spPr>
          <a:xfrm>
            <a:off x="10272714" y="-1502700"/>
            <a:ext cx="4868050" cy="5808886"/>
          </a:xfrm>
          <a:prstGeom prst="ellipse">
            <a:avLst/>
          </a:prstGeom>
          <a:gradFill flip="none" rotWithShape="1">
            <a:gsLst>
              <a:gs pos="97872">
                <a:schemeClr val="accent2">
                  <a:alpha val="0"/>
                </a:schemeClr>
              </a:gs>
              <a:gs pos="0">
                <a:schemeClr val="accent2">
                  <a:alpha val="63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FA4ABAB-9401-4724-BA4C-76B296541746}"/>
              </a:ext>
            </a:extLst>
          </p:cNvPr>
          <p:cNvGrpSpPr/>
          <p:nvPr userDrawn="1"/>
        </p:nvGrpSpPr>
        <p:grpSpPr>
          <a:xfrm>
            <a:off x="-73070" y="5155182"/>
            <a:ext cx="12352174" cy="1702818"/>
            <a:chOff x="-73070" y="5155182"/>
            <a:chExt cx="12352174" cy="1702818"/>
          </a:xfrm>
        </p:grpSpPr>
        <p:sp>
          <p:nvSpPr>
            <p:cNvPr id="19" name="Прямоугольный треугольник 18">
              <a:extLst>
                <a:ext uri="{FF2B5EF4-FFF2-40B4-BE49-F238E27FC236}">
                  <a16:creationId xmlns:a16="http://schemas.microsoft.com/office/drawing/2014/main" id="{BD4B7A3D-B2C4-4EA3-890F-CB2ADCB2DD40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B833D45C-5CAB-48E9-A73C-0541A4BDB970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375C7FE-0929-4063-9BCD-E465C0955804}"/>
              </a:ext>
            </a:extLst>
          </p:cNvPr>
          <p:cNvSpPr/>
          <p:nvPr/>
        </p:nvSpPr>
        <p:spPr>
          <a:xfrm>
            <a:off x="509617" y="1011856"/>
            <a:ext cx="2671631" cy="472508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0" name="Рисунок 5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70" y="1601549"/>
            <a:ext cx="2076608" cy="3661567"/>
          </a:xfrm>
          <a:prstGeom prst="rect">
            <a:avLst/>
          </a:prstGeom>
        </p:spPr>
      </p:pic>
      <p:grpSp>
        <p:nvGrpSpPr>
          <p:cNvPr id="63" name="Группа 62"/>
          <p:cNvGrpSpPr/>
          <p:nvPr/>
        </p:nvGrpSpPr>
        <p:grpSpPr>
          <a:xfrm>
            <a:off x="3475510" y="1529029"/>
            <a:ext cx="8209578" cy="3776868"/>
            <a:chOff x="2600334" y="2176517"/>
            <a:chExt cx="9275090" cy="4541626"/>
          </a:xfrm>
        </p:grpSpPr>
        <p:pic>
          <p:nvPicPr>
            <p:cNvPr id="64" name="Рисунок 6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0334" y="2176517"/>
              <a:ext cx="2262683" cy="4526794"/>
            </a:xfrm>
            <a:prstGeom prst="rect">
              <a:avLst/>
            </a:prstGeom>
          </p:spPr>
        </p:pic>
        <p:pic>
          <p:nvPicPr>
            <p:cNvPr id="65" name="Рисунок 6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5081" y="2176517"/>
              <a:ext cx="2240343" cy="4534123"/>
            </a:xfrm>
            <a:prstGeom prst="rect">
              <a:avLst/>
            </a:prstGeom>
          </p:spPr>
        </p:pic>
        <p:pic>
          <p:nvPicPr>
            <p:cNvPr id="66" name="Рисунок 6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1853" y="2176517"/>
              <a:ext cx="2240088" cy="4541626"/>
            </a:xfrm>
            <a:prstGeom prst="rect">
              <a:avLst/>
            </a:prstGeom>
          </p:spPr>
        </p:pic>
        <p:pic>
          <p:nvPicPr>
            <p:cNvPr id="67" name="Рисунок 6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5692" y="2176518"/>
              <a:ext cx="2301755" cy="4526794"/>
            </a:xfrm>
            <a:prstGeom prst="rect">
              <a:avLst/>
            </a:prstGeom>
          </p:spPr>
        </p:pic>
      </p:grpSp>
      <p:pic>
        <p:nvPicPr>
          <p:cNvPr id="68" name="Picture 1" descr="Умный Дом (Ростелеком)"/>
          <p:cNvPicPr>
            <a:picLocks noChangeAspect="1" noChangeArrowheads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97" r="23797"/>
          <a:stretch/>
        </p:blipFill>
        <p:spPr bwMode="auto">
          <a:xfrm>
            <a:off x="10693600" y="634960"/>
            <a:ext cx="753792" cy="753792"/>
          </a:xfrm>
          <a:prstGeom prst="foldedCorner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Рисунок 17" descr="cid:Microsoft-InfoPath-00000002"/>
          <p:cNvPicPr/>
          <p:nvPr/>
        </p:nvPicPr>
        <p:blipFill rotWithShape="1"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59" t="48895" r="3448" b="14225"/>
          <a:stretch>
            <a:fillRect/>
          </a:stretch>
        </p:blipFill>
        <p:spPr bwMode="auto">
          <a:xfrm>
            <a:off x="1509311" y="1127727"/>
            <a:ext cx="484742" cy="4013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3202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59BDE-7C53-F869-0B20-0509C025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D38BAD6-7A50-EF82-D2CA-029A4520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00" y="208930"/>
            <a:ext cx="9285669" cy="542841"/>
          </a:xfrm>
        </p:spPr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sp>
        <p:nvSpPr>
          <p:cNvPr id="31" name="Рисунок 585">
            <a:extLst>
              <a:ext uri="{FF2B5EF4-FFF2-40B4-BE49-F238E27FC236}">
                <a16:creationId xmlns:a16="http://schemas.microsoft.com/office/drawing/2014/main" id="{583454D7-436F-F9A9-C43A-0F8314D7A584}"/>
              </a:ext>
            </a:extLst>
          </p:cNvPr>
          <p:cNvSpPr/>
          <p:nvPr/>
        </p:nvSpPr>
        <p:spPr>
          <a:xfrm>
            <a:off x="10364581" y="2031851"/>
            <a:ext cx="458035" cy="323801"/>
          </a:xfrm>
          <a:custGeom>
            <a:avLst/>
            <a:gdLst>
              <a:gd name="connsiteX0" fmla="*/ 487266 w 540001"/>
              <a:gd name="connsiteY0" fmla="*/ 191953 h 489375"/>
              <a:gd name="connsiteX1" fmla="*/ 479629 w 540001"/>
              <a:gd name="connsiteY1" fmla="*/ 192513 h 489375"/>
              <a:gd name="connsiteX2" fmla="*/ 419528 w 540001"/>
              <a:gd name="connsiteY2" fmla="*/ 88417 h 489375"/>
              <a:gd name="connsiteX3" fmla="*/ 433477 w 540001"/>
              <a:gd name="connsiteY3" fmla="*/ 52734 h 489375"/>
              <a:gd name="connsiteX4" fmla="*/ 380742 w 540001"/>
              <a:gd name="connsiteY4" fmla="*/ 0 h 489375"/>
              <a:gd name="connsiteX5" fmla="*/ 330387 w 540001"/>
              <a:gd name="connsiteY5" fmla="*/ 37056 h 489375"/>
              <a:gd name="connsiteX6" fmla="*/ 210668 w 540001"/>
              <a:gd name="connsiteY6" fmla="*/ 37056 h 489375"/>
              <a:gd name="connsiteX7" fmla="*/ 160313 w 540001"/>
              <a:gd name="connsiteY7" fmla="*/ 0 h 489375"/>
              <a:gd name="connsiteX8" fmla="*/ 107578 w 540001"/>
              <a:gd name="connsiteY8" fmla="*/ 52734 h 489375"/>
              <a:gd name="connsiteX9" fmla="*/ 120884 w 540001"/>
              <a:gd name="connsiteY9" fmla="*/ 87700 h 489375"/>
              <a:gd name="connsiteX10" fmla="*/ 60371 w 540001"/>
              <a:gd name="connsiteY10" fmla="*/ 192512 h 489375"/>
              <a:gd name="connsiteX11" fmla="*/ 52734 w 540001"/>
              <a:gd name="connsiteY11" fmla="*/ 191953 h 489375"/>
              <a:gd name="connsiteX12" fmla="*/ 0 w 540001"/>
              <a:gd name="connsiteY12" fmla="*/ 244688 h 489375"/>
              <a:gd name="connsiteX13" fmla="*/ 52734 w 540001"/>
              <a:gd name="connsiteY13" fmla="*/ 297422 h 489375"/>
              <a:gd name="connsiteX14" fmla="*/ 60371 w 540001"/>
              <a:gd name="connsiteY14" fmla="*/ 296862 h 489375"/>
              <a:gd name="connsiteX15" fmla="*/ 120884 w 540001"/>
              <a:gd name="connsiteY15" fmla="*/ 401674 h 489375"/>
              <a:gd name="connsiteX16" fmla="*/ 107578 w 540001"/>
              <a:gd name="connsiteY16" fmla="*/ 436641 h 489375"/>
              <a:gd name="connsiteX17" fmla="*/ 160313 w 540001"/>
              <a:gd name="connsiteY17" fmla="*/ 489375 h 489375"/>
              <a:gd name="connsiteX18" fmla="*/ 210668 w 540001"/>
              <a:gd name="connsiteY18" fmla="*/ 452319 h 489375"/>
              <a:gd name="connsiteX19" fmla="*/ 330387 w 540001"/>
              <a:gd name="connsiteY19" fmla="*/ 452319 h 489375"/>
              <a:gd name="connsiteX20" fmla="*/ 380742 w 540001"/>
              <a:gd name="connsiteY20" fmla="*/ 489375 h 489375"/>
              <a:gd name="connsiteX21" fmla="*/ 433477 w 540001"/>
              <a:gd name="connsiteY21" fmla="*/ 436641 h 489375"/>
              <a:gd name="connsiteX22" fmla="*/ 419529 w 540001"/>
              <a:gd name="connsiteY22" fmla="*/ 400958 h 489375"/>
              <a:gd name="connsiteX23" fmla="*/ 479630 w 540001"/>
              <a:gd name="connsiteY23" fmla="*/ 296862 h 489375"/>
              <a:gd name="connsiteX24" fmla="*/ 487267 w 540001"/>
              <a:gd name="connsiteY24" fmla="*/ 297422 h 489375"/>
              <a:gd name="connsiteX25" fmla="*/ 540001 w 540001"/>
              <a:gd name="connsiteY25" fmla="*/ 244688 h 489375"/>
              <a:gd name="connsiteX26" fmla="*/ 487266 w 540001"/>
              <a:gd name="connsiteY26" fmla="*/ 191953 h 489375"/>
              <a:gd name="connsiteX27" fmla="*/ 487266 w 540001"/>
              <a:gd name="connsiteY27" fmla="*/ 265781 h 489375"/>
              <a:gd name="connsiteX28" fmla="*/ 466172 w 540001"/>
              <a:gd name="connsiteY28" fmla="*/ 244688 h 489375"/>
              <a:gd name="connsiteX29" fmla="*/ 487266 w 540001"/>
              <a:gd name="connsiteY29" fmla="*/ 223594 h 489375"/>
              <a:gd name="connsiteX30" fmla="*/ 508359 w 540001"/>
              <a:gd name="connsiteY30" fmla="*/ 244688 h 489375"/>
              <a:gd name="connsiteX31" fmla="*/ 487266 w 540001"/>
              <a:gd name="connsiteY31" fmla="*/ 265781 h 489375"/>
              <a:gd name="connsiteX32" fmla="*/ 401836 w 540001"/>
              <a:gd name="connsiteY32" fmla="*/ 436641 h 489375"/>
              <a:gd name="connsiteX33" fmla="*/ 380742 w 540001"/>
              <a:gd name="connsiteY33" fmla="*/ 457734 h 489375"/>
              <a:gd name="connsiteX34" fmla="*/ 359648 w 540001"/>
              <a:gd name="connsiteY34" fmla="*/ 436641 h 489375"/>
              <a:gd name="connsiteX35" fmla="*/ 380742 w 540001"/>
              <a:gd name="connsiteY35" fmla="*/ 415547 h 489375"/>
              <a:gd name="connsiteX36" fmla="*/ 401836 w 540001"/>
              <a:gd name="connsiteY36" fmla="*/ 436641 h 489375"/>
              <a:gd name="connsiteX37" fmla="*/ 181406 w 540001"/>
              <a:gd name="connsiteY37" fmla="*/ 436641 h 489375"/>
              <a:gd name="connsiteX38" fmla="*/ 160313 w 540001"/>
              <a:gd name="connsiteY38" fmla="*/ 457734 h 489375"/>
              <a:gd name="connsiteX39" fmla="*/ 139219 w 540001"/>
              <a:gd name="connsiteY39" fmla="*/ 436641 h 489375"/>
              <a:gd name="connsiteX40" fmla="*/ 160313 w 540001"/>
              <a:gd name="connsiteY40" fmla="*/ 415547 h 489375"/>
              <a:gd name="connsiteX41" fmla="*/ 181406 w 540001"/>
              <a:gd name="connsiteY41" fmla="*/ 436641 h 489375"/>
              <a:gd name="connsiteX42" fmla="*/ 31641 w 540001"/>
              <a:gd name="connsiteY42" fmla="*/ 244688 h 489375"/>
              <a:gd name="connsiteX43" fmla="*/ 52734 w 540001"/>
              <a:gd name="connsiteY43" fmla="*/ 223594 h 489375"/>
              <a:gd name="connsiteX44" fmla="*/ 73828 w 540001"/>
              <a:gd name="connsiteY44" fmla="*/ 244688 h 489375"/>
              <a:gd name="connsiteX45" fmla="*/ 52734 w 540001"/>
              <a:gd name="connsiteY45" fmla="*/ 265781 h 489375"/>
              <a:gd name="connsiteX46" fmla="*/ 31641 w 540001"/>
              <a:gd name="connsiteY46" fmla="*/ 244688 h 489375"/>
              <a:gd name="connsiteX47" fmla="*/ 139219 w 540001"/>
              <a:gd name="connsiteY47" fmla="*/ 52734 h 489375"/>
              <a:gd name="connsiteX48" fmla="*/ 160313 w 540001"/>
              <a:gd name="connsiteY48" fmla="*/ 31641 h 489375"/>
              <a:gd name="connsiteX49" fmla="*/ 181406 w 540001"/>
              <a:gd name="connsiteY49" fmla="*/ 52734 h 489375"/>
              <a:gd name="connsiteX50" fmla="*/ 160313 w 540001"/>
              <a:gd name="connsiteY50" fmla="*/ 73828 h 489375"/>
              <a:gd name="connsiteX51" fmla="*/ 139219 w 540001"/>
              <a:gd name="connsiteY51" fmla="*/ 52734 h 489375"/>
              <a:gd name="connsiteX52" fmla="*/ 359648 w 540001"/>
              <a:gd name="connsiteY52" fmla="*/ 52734 h 489375"/>
              <a:gd name="connsiteX53" fmla="*/ 380742 w 540001"/>
              <a:gd name="connsiteY53" fmla="*/ 31641 h 489375"/>
              <a:gd name="connsiteX54" fmla="*/ 401836 w 540001"/>
              <a:gd name="connsiteY54" fmla="*/ 52734 h 489375"/>
              <a:gd name="connsiteX55" fmla="*/ 380742 w 540001"/>
              <a:gd name="connsiteY55" fmla="*/ 73828 h 489375"/>
              <a:gd name="connsiteX56" fmla="*/ 359648 w 540001"/>
              <a:gd name="connsiteY56" fmla="*/ 52734 h 489375"/>
              <a:gd name="connsiteX57" fmla="*/ 317461 w 540001"/>
              <a:gd name="connsiteY57" fmla="*/ 244688 h 489375"/>
              <a:gd name="connsiteX58" fmla="*/ 270000 w 540001"/>
              <a:gd name="connsiteY58" fmla="*/ 292148 h 489375"/>
              <a:gd name="connsiteX59" fmla="*/ 222539 w 540001"/>
              <a:gd name="connsiteY59" fmla="*/ 244688 h 489375"/>
              <a:gd name="connsiteX60" fmla="*/ 270000 w 540001"/>
              <a:gd name="connsiteY60" fmla="*/ 197227 h 489375"/>
              <a:gd name="connsiteX61" fmla="*/ 317461 w 540001"/>
              <a:gd name="connsiteY61" fmla="*/ 244688 h 489375"/>
              <a:gd name="connsiteX62" fmla="*/ 341991 w 540001"/>
              <a:gd name="connsiteY62" fmla="*/ 88453 h 489375"/>
              <a:gd name="connsiteX63" fmla="*/ 295306 w 540001"/>
              <a:gd name="connsiteY63" fmla="*/ 169761 h 489375"/>
              <a:gd name="connsiteX64" fmla="*/ 270000 w 540001"/>
              <a:gd name="connsiteY64" fmla="*/ 165586 h 489375"/>
              <a:gd name="connsiteX65" fmla="*/ 245577 w 540001"/>
              <a:gd name="connsiteY65" fmla="*/ 169462 h 489375"/>
              <a:gd name="connsiteX66" fmla="*/ 199064 w 540001"/>
              <a:gd name="connsiteY66" fmla="*/ 88453 h 489375"/>
              <a:gd name="connsiteX67" fmla="*/ 210572 w 540001"/>
              <a:gd name="connsiteY67" fmla="*/ 68696 h 489375"/>
              <a:gd name="connsiteX68" fmla="*/ 330484 w 540001"/>
              <a:gd name="connsiteY68" fmla="*/ 68696 h 489375"/>
              <a:gd name="connsiteX69" fmla="*/ 341991 w 540001"/>
              <a:gd name="connsiteY69" fmla="*/ 88453 h 489375"/>
              <a:gd name="connsiteX70" fmla="*/ 199064 w 540001"/>
              <a:gd name="connsiteY70" fmla="*/ 400922 h 489375"/>
              <a:gd name="connsiteX71" fmla="*/ 245577 w 540001"/>
              <a:gd name="connsiteY71" fmla="*/ 319913 h 489375"/>
              <a:gd name="connsiteX72" fmla="*/ 270000 w 540001"/>
              <a:gd name="connsiteY72" fmla="*/ 323789 h 489375"/>
              <a:gd name="connsiteX73" fmla="*/ 295306 w 540001"/>
              <a:gd name="connsiteY73" fmla="*/ 319614 h 489375"/>
              <a:gd name="connsiteX74" fmla="*/ 341991 w 540001"/>
              <a:gd name="connsiteY74" fmla="*/ 400922 h 489375"/>
              <a:gd name="connsiteX75" fmla="*/ 330483 w 540001"/>
              <a:gd name="connsiteY75" fmla="*/ 420679 h 489375"/>
              <a:gd name="connsiteX76" fmla="*/ 210572 w 540001"/>
              <a:gd name="connsiteY76" fmla="*/ 420679 h 489375"/>
              <a:gd name="connsiteX77" fmla="*/ 199064 w 540001"/>
              <a:gd name="connsiteY77" fmla="*/ 400922 h 489375"/>
              <a:gd name="connsiteX78" fmla="*/ 436959 w 540001"/>
              <a:gd name="connsiteY78" fmla="*/ 228867 h 489375"/>
              <a:gd name="connsiteX79" fmla="*/ 347510 w 540001"/>
              <a:gd name="connsiteY79" fmla="*/ 228867 h 489375"/>
              <a:gd name="connsiteX80" fmla="*/ 322635 w 540001"/>
              <a:gd name="connsiteY80" fmla="*/ 185706 h 489375"/>
              <a:gd name="connsiteX81" fmla="*/ 369416 w 540001"/>
              <a:gd name="connsiteY81" fmla="*/ 104232 h 489375"/>
              <a:gd name="connsiteX82" fmla="*/ 380742 w 540001"/>
              <a:gd name="connsiteY82" fmla="*/ 105469 h 489375"/>
              <a:gd name="connsiteX83" fmla="*/ 392117 w 540001"/>
              <a:gd name="connsiteY83" fmla="*/ 104219 h 489375"/>
              <a:gd name="connsiteX84" fmla="*/ 451093 w 540001"/>
              <a:gd name="connsiteY84" fmla="*/ 206368 h 489375"/>
              <a:gd name="connsiteX85" fmla="*/ 436959 w 540001"/>
              <a:gd name="connsiteY85" fmla="*/ 228867 h 489375"/>
              <a:gd name="connsiteX86" fmla="*/ 148006 w 540001"/>
              <a:gd name="connsiteY86" fmla="*/ 104004 h 489375"/>
              <a:gd name="connsiteX87" fmla="*/ 160313 w 540001"/>
              <a:gd name="connsiteY87" fmla="*/ 105469 h 489375"/>
              <a:gd name="connsiteX88" fmla="*/ 171639 w 540001"/>
              <a:gd name="connsiteY88" fmla="*/ 104231 h 489375"/>
              <a:gd name="connsiteX89" fmla="*/ 218069 w 540001"/>
              <a:gd name="connsiteY89" fmla="*/ 185096 h 489375"/>
              <a:gd name="connsiteX90" fmla="*/ 192491 w 540001"/>
              <a:gd name="connsiteY90" fmla="*/ 228867 h 489375"/>
              <a:gd name="connsiteX91" fmla="*/ 103041 w 540001"/>
              <a:gd name="connsiteY91" fmla="*/ 228867 h 489375"/>
              <a:gd name="connsiteX92" fmla="*/ 88907 w 540001"/>
              <a:gd name="connsiteY92" fmla="*/ 206368 h 489375"/>
              <a:gd name="connsiteX93" fmla="*/ 103041 w 540001"/>
              <a:gd name="connsiteY93" fmla="*/ 260508 h 489375"/>
              <a:gd name="connsiteX94" fmla="*/ 192490 w 540001"/>
              <a:gd name="connsiteY94" fmla="*/ 260508 h 489375"/>
              <a:gd name="connsiteX95" fmla="*/ 218068 w 540001"/>
              <a:gd name="connsiteY95" fmla="*/ 304279 h 489375"/>
              <a:gd name="connsiteX96" fmla="*/ 171638 w 540001"/>
              <a:gd name="connsiteY96" fmla="*/ 385144 h 489375"/>
              <a:gd name="connsiteX97" fmla="*/ 160313 w 540001"/>
              <a:gd name="connsiteY97" fmla="*/ 383906 h 489375"/>
              <a:gd name="connsiteX98" fmla="*/ 148006 w 540001"/>
              <a:gd name="connsiteY98" fmla="*/ 385371 h 489375"/>
              <a:gd name="connsiteX99" fmla="*/ 88906 w 540001"/>
              <a:gd name="connsiteY99" fmla="*/ 283007 h 489375"/>
              <a:gd name="connsiteX100" fmla="*/ 103041 w 540001"/>
              <a:gd name="connsiteY100" fmla="*/ 260508 h 489375"/>
              <a:gd name="connsiteX101" fmla="*/ 392117 w 540001"/>
              <a:gd name="connsiteY101" fmla="*/ 385156 h 489375"/>
              <a:gd name="connsiteX102" fmla="*/ 380742 w 540001"/>
              <a:gd name="connsiteY102" fmla="*/ 383906 h 489375"/>
              <a:gd name="connsiteX103" fmla="*/ 369416 w 540001"/>
              <a:gd name="connsiteY103" fmla="*/ 385144 h 489375"/>
              <a:gd name="connsiteX104" fmla="*/ 322635 w 540001"/>
              <a:gd name="connsiteY104" fmla="*/ 303670 h 489375"/>
              <a:gd name="connsiteX105" fmla="*/ 347510 w 540001"/>
              <a:gd name="connsiteY105" fmla="*/ 260509 h 489375"/>
              <a:gd name="connsiteX106" fmla="*/ 436959 w 540001"/>
              <a:gd name="connsiteY106" fmla="*/ 260509 h 489375"/>
              <a:gd name="connsiteX107" fmla="*/ 451093 w 540001"/>
              <a:gd name="connsiteY107" fmla="*/ 283009 h 48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0001" h="489375">
                <a:moveTo>
                  <a:pt x="487266" y="191953"/>
                </a:moveTo>
                <a:cubicBezTo>
                  <a:pt x="484672" y="191953"/>
                  <a:pt x="482124" y="192149"/>
                  <a:pt x="479629" y="192513"/>
                </a:cubicBezTo>
                <a:lnTo>
                  <a:pt x="419528" y="88417"/>
                </a:lnTo>
                <a:cubicBezTo>
                  <a:pt x="428181" y="79019"/>
                  <a:pt x="433477" y="66485"/>
                  <a:pt x="433477" y="52734"/>
                </a:cubicBezTo>
                <a:cubicBezTo>
                  <a:pt x="433477" y="23657"/>
                  <a:pt x="409820" y="0"/>
                  <a:pt x="380742" y="0"/>
                </a:cubicBezTo>
                <a:cubicBezTo>
                  <a:pt x="357121" y="0"/>
                  <a:pt x="337078" y="15610"/>
                  <a:pt x="330387" y="37056"/>
                </a:cubicBezTo>
                <a:lnTo>
                  <a:pt x="210668" y="37056"/>
                </a:lnTo>
                <a:cubicBezTo>
                  <a:pt x="203977" y="15610"/>
                  <a:pt x="183933" y="0"/>
                  <a:pt x="160313" y="0"/>
                </a:cubicBezTo>
                <a:cubicBezTo>
                  <a:pt x="131235" y="0"/>
                  <a:pt x="107578" y="23657"/>
                  <a:pt x="107578" y="52734"/>
                </a:cubicBezTo>
                <a:cubicBezTo>
                  <a:pt x="107578" y="66141"/>
                  <a:pt x="112614" y="78386"/>
                  <a:pt x="120884" y="87700"/>
                </a:cubicBezTo>
                <a:lnTo>
                  <a:pt x="60371" y="192512"/>
                </a:lnTo>
                <a:cubicBezTo>
                  <a:pt x="57876" y="192149"/>
                  <a:pt x="55328" y="191953"/>
                  <a:pt x="52734" y="191953"/>
                </a:cubicBezTo>
                <a:cubicBezTo>
                  <a:pt x="23657" y="191953"/>
                  <a:pt x="0" y="215610"/>
                  <a:pt x="0" y="244688"/>
                </a:cubicBezTo>
                <a:cubicBezTo>
                  <a:pt x="0" y="273765"/>
                  <a:pt x="23657" y="297422"/>
                  <a:pt x="52734" y="297422"/>
                </a:cubicBezTo>
                <a:cubicBezTo>
                  <a:pt x="55328" y="297422"/>
                  <a:pt x="57876" y="297226"/>
                  <a:pt x="60371" y="296862"/>
                </a:cubicBezTo>
                <a:lnTo>
                  <a:pt x="120884" y="401674"/>
                </a:lnTo>
                <a:cubicBezTo>
                  <a:pt x="112614" y="410989"/>
                  <a:pt x="107578" y="423235"/>
                  <a:pt x="107578" y="436641"/>
                </a:cubicBezTo>
                <a:cubicBezTo>
                  <a:pt x="107578" y="465718"/>
                  <a:pt x="131235" y="489375"/>
                  <a:pt x="160313" y="489375"/>
                </a:cubicBezTo>
                <a:cubicBezTo>
                  <a:pt x="183933" y="489375"/>
                  <a:pt x="203977" y="473765"/>
                  <a:pt x="210668" y="452319"/>
                </a:cubicBezTo>
                <a:lnTo>
                  <a:pt x="330387" y="452319"/>
                </a:lnTo>
                <a:cubicBezTo>
                  <a:pt x="337078" y="473765"/>
                  <a:pt x="357121" y="489375"/>
                  <a:pt x="380742" y="489375"/>
                </a:cubicBezTo>
                <a:cubicBezTo>
                  <a:pt x="409820" y="489375"/>
                  <a:pt x="433477" y="465718"/>
                  <a:pt x="433477" y="436641"/>
                </a:cubicBezTo>
                <a:cubicBezTo>
                  <a:pt x="433477" y="422890"/>
                  <a:pt x="428181" y="410356"/>
                  <a:pt x="419529" y="400958"/>
                </a:cubicBezTo>
                <a:lnTo>
                  <a:pt x="479630" y="296862"/>
                </a:lnTo>
                <a:cubicBezTo>
                  <a:pt x="482124" y="297226"/>
                  <a:pt x="484672" y="297422"/>
                  <a:pt x="487267" y="297422"/>
                </a:cubicBezTo>
                <a:cubicBezTo>
                  <a:pt x="516344" y="297422"/>
                  <a:pt x="540001" y="273765"/>
                  <a:pt x="540001" y="244688"/>
                </a:cubicBezTo>
                <a:cubicBezTo>
                  <a:pt x="540001" y="215610"/>
                  <a:pt x="516343" y="191953"/>
                  <a:pt x="487266" y="191953"/>
                </a:cubicBezTo>
                <a:close/>
                <a:moveTo>
                  <a:pt x="487266" y="265781"/>
                </a:moveTo>
                <a:cubicBezTo>
                  <a:pt x="475635" y="265781"/>
                  <a:pt x="466172" y="256319"/>
                  <a:pt x="466172" y="244688"/>
                </a:cubicBezTo>
                <a:cubicBezTo>
                  <a:pt x="466172" y="233056"/>
                  <a:pt x="475635" y="223594"/>
                  <a:pt x="487266" y="223594"/>
                </a:cubicBezTo>
                <a:cubicBezTo>
                  <a:pt x="498897" y="223594"/>
                  <a:pt x="508359" y="233056"/>
                  <a:pt x="508359" y="244688"/>
                </a:cubicBezTo>
                <a:cubicBezTo>
                  <a:pt x="508359" y="256319"/>
                  <a:pt x="498897" y="265781"/>
                  <a:pt x="487266" y="265781"/>
                </a:cubicBezTo>
                <a:close/>
                <a:moveTo>
                  <a:pt x="401836" y="436641"/>
                </a:moveTo>
                <a:cubicBezTo>
                  <a:pt x="401836" y="448272"/>
                  <a:pt x="392373" y="457734"/>
                  <a:pt x="380742" y="457734"/>
                </a:cubicBezTo>
                <a:cubicBezTo>
                  <a:pt x="369111" y="457734"/>
                  <a:pt x="359648" y="448272"/>
                  <a:pt x="359648" y="436641"/>
                </a:cubicBezTo>
                <a:cubicBezTo>
                  <a:pt x="359648" y="425010"/>
                  <a:pt x="369111" y="415547"/>
                  <a:pt x="380742" y="415547"/>
                </a:cubicBezTo>
                <a:cubicBezTo>
                  <a:pt x="392373" y="415547"/>
                  <a:pt x="401836" y="425010"/>
                  <a:pt x="401836" y="436641"/>
                </a:cubicBezTo>
                <a:close/>
                <a:moveTo>
                  <a:pt x="181406" y="436641"/>
                </a:moveTo>
                <a:cubicBezTo>
                  <a:pt x="181406" y="448272"/>
                  <a:pt x="171944" y="457734"/>
                  <a:pt x="160313" y="457734"/>
                </a:cubicBezTo>
                <a:cubicBezTo>
                  <a:pt x="148681" y="457734"/>
                  <a:pt x="139219" y="448272"/>
                  <a:pt x="139219" y="436641"/>
                </a:cubicBezTo>
                <a:cubicBezTo>
                  <a:pt x="139219" y="425010"/>
                  <a:pt x="148681" y="415547"/>
                  <a:pt x="160313" y="415547"/>
                </a:cubicBezTo>
                <a:cubicBezTo>
                  <a:pt x="171944" y="415547"/>
                  <a:pt x="181406" y="425010"/>
                  <a:pt x="181406" y="436641"/>
                </a:cubicBezTo>
                <a:close/>
                <a:moveTo>
                  <a:pt x="31641" y="244688"/>
                </a:moveTo>
                <a:cubicBezTo>
                  <a:pt x="31641" y="233056"/>
                  <a:pt x="41103" y="223594"/>
                  <a:pt x="52734" y="223594"/>
                </a:cubicBezTo>
                <a:cubicBezTo>
                  <a:pt x="64365" y="223594"/>
                  <a:pt x="73828" y="233056"/>
                  <a:pt x="73828" y="244688"/>
                </a:cubicBezTo>
                <a:cubicBezTo>
                  <a:pt x="73828" y="256319"/>
                  <a:pt x="64365" y="265781"/>
                  <a:pt x="52734" y="265781"/>
                </a:cubicBezTo>
                <a:cubicBezTo>
                  <a:pt x="41103" y="265781"/>
                  <a:pt x="31641" y="256319"/>
                  <a:pt x="31641" y="244688"/>
                </a:cubicBezTo>
                <a:close/>
                <a:moveTo>
                  <a:pt x="139219" y="52734"/>
                </a:moveTo>
                <a:cubicBezTo>
                  <a:pt x="139219" y="41103"/>
                  <a:pt x="148681" y="31641"/>
                  <a:pt x="160313" y="31641"/>
                </a:cubicBezTo>
                <a:cubicBezTo>
                  <a:pt x="171944" y="31641"/>
                  <a:pt x="181406" y="41103"/>
                  <a:pt x="181406" y="52734"/>
                </a:cubicBezTo>
                <a:cubicBezTo>
                  <a:pt x="181406" y="64365"/>
                  <a:pt x="171944" y="73828"/>
                  <a:pt x="160313" y="73828"/>
                </a:cubicBezTo>
                <a:cubicBezTo>
                  <a:pt x="148681" y="73828"/>
                  <a:pt x="139219" y="64365"/>
                  <a:pt x="139219" y="52734"/>
                </a:cubicBezTo>
                <a:close/>
                <a:moveTo>
                  <a:pt x="359648" y="52734"/>
                </a:moveTo>
                <a:cubicBezTo>
                  <a:pt x="359648" y="41103"/>
                  <a:pt x="369111" y="31641"/>
                  <a:pt x="380742" y="31641"/>
                </a:cubicBezTo>
                <a:cubicBezTo>
                  <a:pt x="392373" y="31641"/>
                  <a:pt x="401836" y="41103"/>
                  <a:pt x="401836" y="52734"/>
                </a:cubicBezTo>
                <a:cubicBezTo>
                  <a:pt x="401836" y="64365"/>
                  <a:pt x="392373" y="73828"/>
                  <a:pt x="380742" y="73828"/>
                </a:cubicBezTo>
                <a:cubicBezTo>
                  <a:pt x="369111" y="73828"/>
                  <a:pt x="359648" y="64365"/>
                  <a:pt x="359648" y="52734"/>
                </a:cubicBezTo>
                <a:close/>
                <a:moveTo>
                  <a:pt x="317461" y="244688"/>
                </a:moveTo>
                <a:cubicBezTo>
                  <a:pt x="317461" y="270857"/>
                  <a:pt x="296170" y="292148"/>
                  <a:pt x="270000" y="292148"/>
                </a:cubicBezTo>
                <a:cubicBezTo>
                  <a:pt x="243830" y="292148"/>
                  <a:pt x="222539" y="270857"/>
                  <a:pt x="222539" y="244688"/>
                </a:cubicBezTo>
                <a:cubicBezTo>
                  <a:pt x="222539" y="218518"/>
                  <a:pt x="243830" y="197227"/>
                  <a:pt x="270000" y="197227"/>
                </a:cubicBezTo>
                <a:cubicBezTo>
                  <a:pt x="296170" y="197227"/>
                  <a:pt x="317461" y="218518"/>
                  <a:pt x="317461" y="244688"/>
                </a:cubicBezTo>
                <a:close/>
                <a:moveTo>
                  <a:pt x="341991" y="88453"/>
                </a:moveTo>
                <a:lnTo>
                  <a:pt x="295306" y="169761"/>
                </a:lnTo>
                <a:cubicBezTo>
                  <a:pt x="287355" y="167069"/>
                  <a:pt x="278850" y="165586"/>
                  <a:pt x="270000" y="165586"/>
                </a:cubicBezTo>
                <a:cubicBezTo>
                  <a:pt x="261478" y="165586"/>
                  <a:pt x="253274" y="166957"/>
                  <a:pt x="245577" y="169462"/>
                </a:cubicBezTo>
                <a:lnTo>
                  <a:pt x="199064" y="88453"/>
                </a:lnTo>
                <a:cubicBezTo>
                  <a:pt x="204233" y="82850"/>
                  <a:pt x="208205" y="76129"/>
                  <a:pt x="210572" y="68696"/>
                </a:cubicBezTo>
                <a:lnTo>
                  <a:pt x="330484" y="68696"/>
                </a:lnTo>
                <a:cubicBezTo>
                  <a:pt x="332850" y="76129"/>
                  <a:pt x="336822" y="82850"/>
                  <a:pt x="341991" y="88453"/>
                </a:cubicBezTo>
                <a:close/>
                <a:moveTo>
                  <a:pt x="199064" y="400922"/>
                </a:moveTo>
                <a:lnTo>
                  <a:pt x="245577" y="319913"/>
                </a:lnTo>
                <a:cubicBezTo>
                  <a:pt x="253274" y="322418"/>
                  <a:pt x="261478" y="323789"/>
                  <a:pt x="270000" y="323789"/>
                </a:cubicBezTo>
                <a:cubicBezTo>
                  <a:pt x="278850" y="323789"/>
                  <a:pt x="287355" y="322306"/>
                  <a:pt x="295306" y="319614"/>
                </a:cubicBezTo>
                <a:lnTo>
                  <a:pt x="341991" y="400922"/>
                </a:lnTo>
                <a:cubicBezTo>
                  <a:pt x="336822" y="406525"/>
                  <a:pt x="332850" y="413246"/>
                  <a:pt x="330483" y="420679"/>
                </a:cubicBezTo>
                <a:lnTo>
                  <a:pt x="210572" y="420679"/>
                </a:lnTo>
                <a:cubicBezTo>
                  <a:pt x="208205" y="413246"/>
                  <a:pt x="204233" y="406525"/>
                  <a:pt x="199064" y="400922"/>
                </a:cubicBezTo>
                <a:close/>
                <a:moveTo>
                  <a:pt x="436959" y="228867"/>
                </a:moveTo>
                <a:lnTo>
                  <a:pt x="347510" y="228867"/>
                </a:lnTo>
                <a:cubicBezTo>
                  <a:pt x="344046" y="211872"/>
                  <a:pt x="335109" y="196850"/>
                  <a:pt x="322635" y="185706"/>
                </a:cubicBezTo>
                <a:lnTo>
                  <a:pt x="369416" y="104232"/>
                </a:lnTo>
                <a:cubicBezTo>
                  <a:pt x="373067" y="105033"/>
                  <a:pt x="376854" y="105469"/>
                  <a:pt x="380742" y="105469"/>
                </a:cubicBezTo>
                <a:cubicBezTo>
                  <a:pt x="384648" y="105469"/>
                  <a:pt x="388451" y="105029"/>
                  <a:pt x="392117" y="104219"/>
                </a:cubicBezTo>
                <a:lnTo>
                  <a:pt x="451093" y="206368"/>
                </a:lnTo>
                <a:cubicBezTo>
                  <a:pt x="444628" y="212475"/>
                  <a:pt x="439695" y="220185"/>
                  <a:pt x="436959" y="228867"/>
                </a:cubicBezTo>
                <a:close/>
                <a:moveTo>
                  <a:pt x="148006" y="104004"/>
                </a:moveTo>
                <a:cubicBezTo>
                  <a:pt x="151957" y="104952"/>
                  <a:pt x="156075" y="105469"/>
                  <a:pt x="160313" y="105469"/>
                </a:cubicBezTo>
                <a:cubicBezTo>
                  <a:pt x="164201" y="105469"/>
                  <a:pt x="167987" y="105033"/>
                  <a:pt x="171639" y="104231"/>
                </a:cubicBezTo>
                <a:lnTo>
                  <a:pt x="218069" y="185096"/>
                </a:lnTo>
                <a:cubicBezTo>
                  <a:pt x="205231" y="196298"/>
                  <a:pt x="196019" y="211556"/>
                  <a:pt x="192491" y="228867"/>
                </a:cubicBezTo>
                <a:lnTo>
                  <a:pt x="103041" y="228867"/>
                </a:lnTo>
                <a:cubicBezTo>
                  <a:pt x="100305" y="220185"/>
                  <a:pt x="95372" y="212475"/>
                  <a:pt x="88907" y="206368"/>
                </a:cubicBezTo>
                <a:close/>
                <a:moveTo>
                  <a:pt x="103041" y="260508"/>
                </a:moveTo>
                <a:lnTo>
                  <a:pt x="192490" y="260508"/>
                </a:lnTo>
                <a:cubicBezTo>
                  <a:pt x="196018" y="277819"/>
                  <a:pt x="205230" y="293077"/>
                  <a:pt x="218068" y="304279"/>
                </a:cubicBezTo>
                <a:lnTo>
                  <a:pt x="171638" y="385144"/>
                </a:lnTo>
                <a:cubicBezTo>
                  <a:pt x="167987" y="384342"/>
                  <a:pt x="164201" y="383906"/>
                  <a:pt x="160313" y="383906"/>
                </a:cubicBezTo>
                <a:cubicBezTo>
                  <a:pt x="156075" y="383906"/>
                  <a:pt x="151957" y="384423"/>
                  <a:pt x="148006" y="385371"/>
                </a:cubicBezTo>
                <a:lnTo>
                  <a:pt x="88906" y="283007"/>
                </a:lnTo>
                <a:cubicBezTo>
                  <a:pt x="95372" y="276900"/>
                  <a:pt x="100305" y="269190"/>
                  <a:pt x="103041" y="260508"/>
                </a:cubicBezTo>
                <a:close/>
                <a:moveTo>
                  <a:pt x="392117" y="385156"/>
                </a:moveTo>
                <a:cubicBezTo>
                  <a:pt x="388451" y="384346"/>
                  <a:pt x="384648" y="383906"/>
                  <a:pt x="380742" y="383906"/>
                </a:cubicBezTo>
                <a:cubicBezTo>
                  <a:pt x="376854" y="383906"/>
                  <a:pt x="373067" y="384342"/>
                  <a:pt x="369416" y="385144"/>
                </a:cubicBezTo>
                <a:lnTo>
                  <a:pt x="322635" y="303670"/>
                </a:lnTo>
                <a:cubicBezTo>
                  <a:pt x="335109" y="292526"/>
                  <a:pt x="344046" y="277504"/>
                  <a:pt x="347510" y="260509"/>
                </a:cubicBezTo>
                <a:lnTo>
                  <a:pt x="436959" y="260509"/>
                </a:lnTo>
                <a:cubicBezTo>
                  <a:pt x="439695" y="269191"/>
                  <a:pt x="444628" y="276901"/>
                  <a:pt x="451093" y="283009"/>
                </a:cubicBezTo>
                <a:close/>
              </a:path>
            </a:pathLst>
          </a:custGeom>
          <a:solidFill>
            <a:schemeClr val="bg1"/>
          </a:solidFill>
          <a:ln w="104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Rectangle: Rounded Corners 69">
            <a:extLst>
              <a:ext uri="{FF2B5EF4-FFF2-40B4-BE49-F238E27FC236}">
                <a16:creationId xmlns:a16="http://schemas.microsoft.com/office/drawing/2014/main" id="{A7C76AA3-3986-52BF-F198-03B4A113D54F}"/>
              </a:ext>
            </a:extLst>
          </p:cNvPr>
          <p:cNvSpPr/>
          <p:nvPr/>
        </p:nvSpPr>
        <p:spPr>
          <a:xfrm>
            <a:off x="4869461" y="772160"/>
            <a:ext cx="2307266" cy="76159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96DA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accent1"/>
            </a:solidFill>
          </a:ln>
          <a:effectLst>
            <a:outerShdw blurRad="177800" dist="50800" dir="2700000" algn="ctr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9AE2CDC-0ABE-4476-BE24-0DB90A502F35}"/>
              </a:ext>
            </a:extLst>
          </p:cNvPr>
          <p:cNvGrpSpPr/>
          <p:nvPr/>
        </p:nvGrpSpPr>
        <p:grpSpPr>
          <a:xfrm>
            <a:off x="5652174" y="1539288"/>
            <a:ext cx="613807" cy="521955"/>
            <a:chOff x="4228506" y="2706498"/>
            <a:chExt cx="788855" cy="788855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9094F185-81AC-24F1-4413-090223505D99}"/>
                </a:ext>
              </a:extLst>
            </p:cNvPr>
            <p:cNvSpPr/>
            <p:nvPr/>
          </p:nvSpPr>
          <p:spPr>
            <a:xfrm>
              <a:off x="4228506" y="2706498"/>
              <a:ext cx="788855" cy="7888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97C31B6A-7728-DC2D-8F9E-120D7B3A9CD5}"/>
                </a:ext>
              </a:extLst>
            </p:cNvPr>
            <p:cNvGrpSpPr/>
            <p:nvPr/>
          </p:nvGrpSpPr>
          <p:grpSpPr>
            <a:xfrm>
              <a:off x="4359628" y="2834864"/>
              <a:ext cx="504000" cy="504000"/>
              <a:chOff x="6236919" y="998413"/>
              <a:chExt cx="539999" cy="539999"/>
            </a:xfrm>
            <a:solidFill>
              <a:schemeClr val="bg1"/>
            </a:solidFill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3DC3E741-EEB8-32D2-B3E1-5D24F07A241C}"/>
                  </a:ext>
                </a:extLst>
              </p:cNvPr>
              <p:cNvSpPr/>
              <p:nvPr/>
            </p:nvSpPr>
            <p:spPr>
              <a:xfrm>
                <a:off x="6236919" y="1338022"/>
                <a:ext cx="539999" cy="200390"/>
              </a:xfrm>
              <a:custGeom>
                <a:avLst/>
                <a:gdLst>
                  <a:gd name="connsiteX0" fmla="*/ 539205 w 539999"/>
                  <a:gd name="connsiteY0" fmla="*/ 167645 h 200390"/>
                  <a:gd name="connsiteX1" fmla="*/ 529407 w 539999"/>
                  <a:gd name="connsiteY1" fmla="*/ 128349 h 200390"/>
                  <a:gd name="connsiteX2" fmla="*/ 496766 w 539999"/>
                  <a:gd name="connsiteY2" fmla="*/ 89390 h 200390"/>
                  <a:gd name="connsiteX3" fmla="*/ 506026 w 539999"/>
                  <a:gd name="connsiteY3" fmla="*/ 58008 h 200390"/>
                  <a:gd name="connsiteX4" fmla="*/ 448018 w 539999"/>
                  <a:gd name="connsiteY4" fmla="*/ 0 h 200390"/>
                  <a:gd name="connsiteX5" fmla="*/ 390011 w 539999"/>
                  <a:gd name="connsiteY5" fmla="*/ 58008 h 200390"/>
                  <a:gd name="connsiteX6" fmla="*/ 399271 w 539999"/>
                  <a:gd name="connsiteY6" fmla="*/ 89390 h 200390"/>
                  <a:gd name="connsiteX7" fmla="*/ 366630 w 539999"/>
                  <a:gd name="connsiteY7" fmla="*/ 128349 h 200390"/>
                  <a:gd name="connsiteX8" fmla="*/ 359009 w 539999"/>
                  <a:gd name="connsiteY8" fmla="*/ 158915 h 200390"/>
                  <a:gd name="connsiteX9" fmla="*/ 351388 w 539999"/>
                  <a:gd name="connsiteY9" fmla="*/ 128349 h 200390"/>
                  <a:gd name="connsiteX10" fmla="*/ 318747 w 539999"/>
                  <a:gd name="connsiteY10" fmla="*/ 89390 h 200390"/>
                  <a:gd name="connsiteX11" fmla="*/ 328008 w 539999"/>
                  <a:gd name="connsiteY11" fmla="*/ 58008 h 200390"/>
                  <a:gd name="connsiteX12" fmla="*/ 270000 w 539999"/>
                  <a:gd name="connsiteY12" fmla="*/ 0 h 200390"/>
                  <a:gd name="connsiteX13" fmla="*/ 211992 w 539999"/>
                  <a:gd name="connsiteY13" fmla="*/ 58008 h 200390"/>
                  <a:gd name="connsiteX14" fmla="*/ 221252 w 539999"/>
                  <a:gd name="connsiteY14" fmla="*/ 89390 h 200390"/>
                  <a:gd name="connsiteX15" fmla="*/ 188612 w 539999"/>
                  <a:gd name="connsiteY15" fmla="*/ 128349 h 200390"/>
                  <a:gd name="connsiteX16" fmla="*/ 180991 w 539999"/>
                  <a:gd name="connsiteY16" fmla="*/ 158916 h 200390"/>
                  <a:gd name="connsiteX17" fmla="*/ 173369 w 539999"/>
                  <a:gd name="connsiteY17" fmla="*/ 128349 h 200390"/>
                  <a:gd name="connsiteX18" fmla="*/ 140729 w 539999"/>
                  <a:gd name="connsiteY18" fmla="*/ 89390 h 200390"/>
                  <a:gd name="connsiteX19" fmla="*/ 149989 w 539999"/>
                  <a:gd name="connsiteY19" fmla="*/ 58008 h 200390"/>
                  <a:gd name="connsiteX20" fmla="*/ 91981 w 539999"/>
                  <a:gd name="connsiteY20" fmla="*/ 0 h 200390"/>
                  <a:gd name="connsiteX21" fmla="*/ 33973 w 539999"/>
                  <a:gd name="connsiteY21" fmla="*/ 58008 h 200390"/>
                  <a:gd name="connsiteX22" fmla="*/ 43234 w 539999"/>
                  <a:gd name="connsiteY22" fmla="*/ 89390 h 200390"/>
                  <a:gd name="connsiteX23" fmla="*/ 10593 w 539999"/>
                  <a:gd name="connsiteY23" fmla="*/ 128349 h 200390"/>
                  <a:gd name="connsiteX24" fmla="*/ 795 w 539999"/>
                  <a:gd name="connsiteY24" fmla="*/ 167645 h 200390"/>
                  <a:gd name="connsiteX25" fmla="*/ 5601 w 539999"/>
                  <a:gd name="connsiteY25" fmla="*/ 190256 h 200390"/>
                  <a:gd name="connsiteX26" fmla="*/ 26379 w 539999"/>
                  <a:gd name="connsiteY26" fmla="*/ 200391 h 200390"/>
                  <a:gd name="connsiteX27" fmla="*/ 157583 w 539999"/>
                  <a:gd name="connsiteY27" fmla="*/ 200391 h 200390"/>
                  <a:gd name="connsiteX28" fmla="*/ 178361 w 539999"/>
                  <a:gd name="connsiteY28" fmla="*/ 190257 h 200390"/>
                  <a:gd name="connsiteX29" fmla="*/ 180991 w 539999"/>
                  <a:gd name="connsiteY29" fmla="*/ 186163 h 200390"/>
                  <a:gd name="connsiteX30" fmla="*/ 183620 w 539999"/>
                  <a:gd name="connsiteY30" fmla="*/ 190257 h 200390"/>
                  <a:gd name="connsiteX31" fmla="*/ 204398 w 539999"/>
                  <a:gd name="connsiteY31" fmla="*/ 200391 h 200390"/>
                  <a:gd name="connsiteX32" fmla="*/ 335601 w 539999"/>
                  <a:gd name="connsiteY32" fmla="*/ 200391 h 200390"/>
                  <a:gd name="connsiteX33" fmla="*/ 356380 w 539999"/>
                  <a:gd name="connsiteY33" fmla="*/ 190257 h 200390"/>
                  <a:gd name="connsiteX34" fmla="*/ 359009 w 539999"/>
                  <a:gd name="connsiteY34" fmla="*/ 186163 h 200390"/>
                  <a:gd name="connsiteX35" fmla="*/ 361638 w 539999"/>
                  <a:gd name="connsiteY35" fmla="*/ 190257 h 200390"/>
                  <a:gd name="connsiteX36" fmla="*/ 382417 w 539999"/>
                  <a:gd name="connsiteY36" fmla="*/ 200391 h 200390"/>
                  <a:gd name="connsiteX37" fmla="*/ 513621 w 539999"/>
                  <a:gd name="connsiteY37" fmla="*/ 200391 h 200390"/>
                  <a:gd name="connsiteX38" fmla="*/ 534399 w 539999"/>
                  <a:gd name="connsiteY38" fmla="*/ 190257 h 200390"/>
                  <a:gd name="connsiteX39" fmla="*/ 539205 w 539999"/>
                  <a:gd name="connsiteY39" fmla="*/ 167645 h 200390"/>
                  <a:gd name="connsiteX40" fmla="*/ 91981 w 539999"/>
                  <a:gd name="connsiteY40" fmla="*/ 31641 h 200390"/>
                  <a:gd name="connsiteX41" fmla="*/ 118348 w 539999"/>
                  <a:gd name="connsiteY41" fmla="*/ 58008 h 200390"/>
                  <a:gd name="connsiteX42" fmla="*/ 91981 w 539999"/>
                  <a:gd name="connsiteY42" fmla="*/ 84375 h 200390"/>
                  <a:gd name="connsiteX43" fmla="*/ 65614 w 539999"/>
                  <a:gd name="connsiteY43" fmla="*/ 58008 h 200390"/>
                  <a:gd name="connsiteX44" fmla="*/ 91981 w 539999"/>
                  <a:gd name="connsiteY44" fmla="*/ 31641 h 200390"/>
                  <a:gd name="connsiteX45" fmla="*/ 33129 w 539999"/>
                  <a:gd name="connsiteY45" fmla="*/ 168750 h 200390"/>
                  <a:gd name="connsiteX46" fmla="*/ 41294 w 539999"/>
                  <a:gd name="connsiteY46" fmla="*/ 136004 h 200390"/>
                  <a:gd name="connsiteX47" fmla="*/ 66878 w 539999"/>
                  <a:gd name="connsiteY47" fmla="*/ 116016 h 200390"/>
                  <a:gd name="connsiteX48" fmla="*/ 117085 w 539999"/>
                  <a:gd name="connsiteY48" fmla="*/ 116016 h 200390"/>
                  <a:gd name="connsiteX49" fmla="*/ 142670 w 539999"/>
                  <a:gd name="connsiteY49" fmla="*/ 136004 h 200390"/>
                  <a:gd name="connsiteX50" fmla="*/ 150834 w 539999"/>
                  <a:gd name="connsiteY50" fmla="*/ 168750 h 200390"/>
                  <a:gd name="connsiteX51" fmla="*/ 270000 w 539999"/>
                  <a:gd name="connsiteY51" fmla="*/ 31641 h 200390"/>
                  <a:gd name="connsiteX52" fmla="*/ 296367 w 539999"/>
                  <a:gd name="connsiteY52" fmla="*/ 58008 h 200390"/>
                  <a:gd name="connsiteX53" fmla="*/ 270000 w 539999"/>
                  <a:gd name="connsiteY53" fmla="*/ 84375 h 200390"/>
                  <a:gd name="connsiteX54" fmla="*/ 243633 w 539999"/>
                  <a:gd name="connsiteY54" fmla="*/ 58008 h 200390"/>
                  <a:gd name="connsiteX55" fmla="*/ 270000 w 539999"/>
                  <a:gd name="connsiteY55" fmla="*/ 31641 h 200390"/>
                  <a:gd name="connsiteX56" fmla="*/ 211147 w 539999"/>
                  <a:gd name="connsiteY56" fmla="*/ 168750 h 200390"/>
                  <a:gd name="connsiteX57" fmla="*/ 219313 w 539999"/>
                  <a:gd name="connsiteY57" fmla="*/ 136004 h 200390"/>
                  <a:gd name="connsiteX58" fmla="*/ 244896 w 539999"/>
                  <a:gd name="connsiteY58" fmla="*/ 116016 h 200390"/>
                  <a:gd name="connsiteX59" fmla="*/ 295103 w 539999"/>
                  <a:gd name="connsiteY59" fmla="*/ 116016 h 200390"/>
                  <a:gd name="connsiteX60" fmla="*/ 320688 w 539999"/>
                  <a:gd name="connsiteY60" fmla="*/ 136004 h 200390"/>
                  <a:gd name="connsiteX61" fmla="*/ 328852 w 539999"/>
                  <a:gd name="connsiteY61" fmla="*/ 168750 h 200390"/>
                  <a:gd name="connsiteX62" fmla="*/ 448018 w 539999"/>
                  <a:gd name="connsiteY62" fmla="*/ 31641 h 200390"/>
                  <a:gd name="connsiteX63" fmla="*/ 474386 w 539999"/>
                  <a:gd name="connsiteY63" fmla="*/ 58008 h 200390"/>
                  <a:gd name="connsiteX64" fmla="*/ 448018 w 539999"/>
                  <a:gd name="connsiteY64" fmla="*/ 84375 h 200390"/>
                  <a:gd name="connsiteX65" fmla="*/ 421651 w 539999"/>
                  <a:gd name="connsiteY65" fmla="*/ 58008 h 200390"/>
                  <a:gd name="connsiteX66" fmla="*/ 448018 w 539999"/>
                  <a:gd name="connsiteY66" fmla="*/ 31641 h 200390"/>
                  <a:gd name="connsiteX67" fmla="*/ 389166 w 539999"/>
                  <a:gd name="connsiteY67" fmla="*/ 168750 h 200390"/>
                  <a:gd name="connsiteX68" fmla="*/ 397330 w 539999"/>
                  <a:gd name="connsiteY68" fmla="*/ 136004 h 200390"/>
                  <a:gd name="connsiteX69" fmla="*/ 422915 w 539999"/>
                  <a:gd name="connsiteY69" fmla="*/ 116016 h 200390"/>
                  <a:gd name="connsiteX70" fmla="*/ 473122 w 539999"/>
                  <a:gd name="connsiteY70" fmla="*/ 116016 h 200390"/>
                  <a:gd name="connsiteX71" fmla="*/ 498706 w 539999"/>
                  <a:gd name="connsiteY71" fmla="*/ 136004 h 200390"/>
                  <a:gd name="connsiteX72" fmla="*/ 506871 w 539999"/>
                  <a:gd name="connsiteY72" fmla="*/ 168750 h 20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539999" h="200390">
                    <a:moveTo>
                      <a:pt x="539205" y="167645"/>
                    </a:moveTo>
                    <a:lnTo>
                      <a:pt x="529407" y="128349"/>
                    </a:lnTo>
                    <a:cubicBezTo>
                      <a:pt x="524975" y="110573"/>
                      <a:pt x="512675" y="96480"/>
                      <a:pt x="496766" y="89390"/>
                    </a:cubicBezTo>
                    <a:cubicBezTo>
                      <a:pt x="502615" y="80336"/>
                      <a:pt x="506026" y="69566"/>
                      <a:pt x="506026" y="58008"/>
                    </a:cubicBezTo>
                    <a:cubicBezTo>
                      <a:pt x="506026" y="26022"/>
                      <a:pt x="480004" y="0"/>
                      <a:pt x="448018" y="0"/>
                    </a:cubicBezTo>
                    <a:cubicBezTo>
                      <a:pt x="416033" y="0"/>
                      <a:pt x="390011" y="26022"/>
                      <a:pt x="390011" y="58008"/>
                    </a:cubicBezTo>
                    <a:cubicBezTo>
                      <a:pt x="390011" y="69566"/>
                      <a:pt x="393421" y="80336"/>
                      <a:pt x="399271" y="89390"/>
                    </a:cubicBezTo>
                    <a:cubicBezTo>
                      <a:pt x="383361" y="96480"/>
                      <a:pt x="371062" y="110573"/>
                      <a:pt x="366630" y="128349"/>
                    </a:cubicBezTo>
                    <a:lnTo>
                      <a:pt x="359009" y="158915"/>
                    </a:lnTo>
                    <a:lnTo>
                      <a:pt x="351388" y="128349"/>
                    </a:lnTo>
                    <a:cubicBezTo>
                      <a:pt x="346956" y="110573"/>
                      <a:pt x="334656" y="96480"/>
                      <a:pt x="318747" y="89390"/>
                    </a:cubicBezTo>
                    <a:cubicBezTo>
                      <a:pt x="324597" y="80336"/>
                      <a:pt x="328008" y="69565"/>
                      <a:pt x="328008" y="58008"/>
                    </a:cubicBezTo>
                    <a:cubicBezTo>
                      <a:pt x="328008" y="26022"/>
                      <a:pt x="301985" y="0"/>
                      <a:pt x="270000" y="0"/>
                    </a:cubicBezTo>
                    <a:cubicBezTo>
                      <a:pt x="238014" y="0"/>
                      <a:pt x="211992" y="26022"/>
                      <a:pt x="211992" y="58008"/>
                    </a:cubicBezTo>
                    <a:cubicBezTo>
                      <a:pt x="211992" y="69566"/>
                      <a:pt x="215403" y="80336"/>
                      <a:pt x="221252" y="89390"/>
                    </a:cubicBezTo>
                    <a:cubicBezTo>
                      <a:pt x="205342" y="96480"/>
                      <a:pt x="193043" y="110573"/>
                      <a:pt x="188612" y="128349"/>
                    </a:cubicBezTo>
                    <a:lnTo>
                      <a:pt x="180991" y="158916"/>
                    </a:lnTo>
                    <a:lnTo>
                      <a:pt x="173369" y="128349"/>
                    </a:lnTo>
                    <a:cubicBezTo>
                      <a:pt x="168938" y="110573"/>
                      <a:pt x="156638" y="96480"/>
                      <a:pt x="140729" y="89390"/>
                    </a:cubicBezTo>
                    <a:cubicBezTo>
                      <a:pt x="146578" y="80336"/>
                      <a:pt x="149989" y="69566"/>
                      <a:pt x="149989" y="58008"/>
                    </a:cubicBezTo>
                    <a:cubicBezTo>
                      <a:pt x="149989" y="26022"/>
                      <a:pt x="123967" y="0"/>
                      <a:pt x="91981" y="0"/>
                    </a:cubicBezTo>
                    <a:cubicBezTo>
                      <a:pt x="59996" y="0"/>
                      <a:pt x="33973" y="26022"/>
                      <a:pt x="33973" y="58008"/>
                    </a:cubicBezTo>
                    <a:cubicBezTo>
                      <a:pt x="33973" y="69566"/>
                      <a:pt x="37384" y="80336"/>
                      <a:pt x="43234" y="89390"/>
                    </a:cubicBezTo>
                    <a:cubicBezTo>
                      <a:pt x="27324" y="96480"/>
                      <a:pt x="15025" y="110573"/>
                      <a:pt x="10593" y="128349"/>
                    </a:cubicBezTo>
                    <a:lnTo>
                      <a:pt x="795" y="167645"/>
                    </a:lnTo>
                    <a:cubicBezTo>
                      <a:pt x="-1183" y="175575"/>
                      <a:pt x="569" y="183816"/>
                      <a:pt x="5601" y="190256"/>
                    </a:cubicBezTo>
                    <a:cubicBezTo>
                      <a:pt x="10632" y="196697"/>
                      <a:pt x="18206" y="200391"/>
                      <a:pt x="26379" y="200391"/>
                    </a:cubicBezTo>
                    <a:lnTo>
                      <a:pt x="157583" y="200391"/>
                    </a:lnTo>
                    <a:cubicBezTo>
                      <a:pt x="165756" y="200391"/>
                      <a:pt x="173329" y="196697"/>
                      <a:pt x="178361" y="190257"/>
                    </a:cubicBezTo>
                    <a:cubicBezTo>
                      <a:pt x="179374" y="188961"/>
                      <a:pt x="180247" y="187589"/>
                      <a:pt x="180991" y="186163"/>
                    </a:cubicBezTo>
                    <a:cubicBezTo>
                      <a:pt x="181734" y="187589"/>
                      <a:pt x="182607" y="188961"/>
                      <a:pt x="183620" y="190257"/>
                    </a:cubicBezTo>
                    <a:cubicBezTo>
                      <a:pt x="188652" y="196697"/>
                      <a:pt x="196224" y="200391"/>
                      <a:pt x="204398" y="200391"/>
                    </a:cubicBezTo>
                    <a:lnTo>
                      <a:pt x="335601" y="200391"/>
                    </a:lnTo>
                    <a:cubicBezTo>
                      <a:pt x="343774" y="200391"/>
                      <a:pt x="351348" y="196697"/>
                      <a:pt x="356380" y="190257"/>
                    </a:cubicBezTo>
                    <a:cubicBezTo>
                      <a:pt x="357392" y="188961"/>
                      <a:pt x="358266" y="187589"/>
                      <a:pt x="359009" y="186163"/>
                    </a:cubicBezTo>
                    <a:cubicBezTo>
                      <a:pt x="359753" y="187589"/>
                      <a:pt x="360626" y="188961"/>
                      <a:pt x="361638" y="190257"/>
                    </a:cubicBezTo>
                    <a:cubicBezTo>
                      <a:pt x="366670" y="196697"/>
                      <a:pt x="374244" y="200391"/>
                      <a:pt x="382417" y="200391"/>
                    </a:cubicBezTo>
                    <a:lnTo>
                      <a:pt x="513621" y="200391"/>
                    </a:lnTo>
                    <a:cubicBezTo>
                      <a:pt x="521794" y="200391"/>
                      <a:pt x="529368" y="196697"/>
                      <a:pt x="534399" y="190257"/>
                    </a:cubicBezTo>
                    <a:cubicBezTo>
                      <a:pt x="539430" y="183816"/>
                      <a:pt x="541182" y="175574"/>
                      <a:pt x="539205" y="167645"/>
                    </a:cubicBezTo>
                    <a:close/>
                    <a:moveTo>
                      <a:pt x="91981" y="31641"/>
                    </a:moveTo>
                    <a:cubicBezTo>
                      <a:pt x="106520" y="31641"/>
                      <a:pt x="118348" y="43469"/>
                      <a:pt x="118348" y="58008"/>
                    </a:cubicBezTo>
                    <a:cubicBezTo>
                      <a:pt x="118348" y="72547"/>
                      <a:pt x="106520" y="84375"/>
                      <a:pt x="91981" y="84375"/>
                    </a:cubicBezTo>
                    <a:cubicBezTo>
                      <a:pt x="77442" y="84375"/>
                      <a:pt x="65614" y="72547"/>
                      <a:pt x="65614" y="58008"/>
                    </a:cubicBezTo>
                    <a:cubicBezTo>
                      <a:pt x="65614" y="43469"/>
                      <a:pt x="77442" y="31641"/>
                      <a:pt x="91981" y="31641"/>
                    </a:cubicBezTo>
                    <a:close/>
                    <a:moveTo>
                      <a:pt x="33129" y="168750"/>
                    </a:moveTo>
                    <a:lnTo>
                      <a:pt x="41294" y="136004"/>
                    </a:lnTo>
                    <a:cubicBezTo>
                      <a:pt x="44227" y="124235"/>
                      <a:pt x="54749" y="116016"/>
                      <a:pt x="66878" y="116016"/>
                    </a:cubicBezTo>
                    <a:lnTo>
                      <a:pt x="117085" y="116016"/>
                    </a:lnTo>
                    <a:cubicBezTo>
                      <a:pt x="129214" y="116016"/>
                      <a:pt x="139735" y="124235"/>
                      <a:pt x="142670" y="136004"/>
                    </a:cubicBezTo>
                    <a:lnTo>
                      <a:pt x="150834" y="168750"/>
                    </a:lnTo>
                    <a:close/>
                    <a:moveTo>
                      <a:pt x="270000" y="31641"/>
                    </a:moveTo>
                    <a:cubicBezTo>
                      <a:pt x="284539" y="31641"/>
                      <a:pt x="296367" y="43469"/>
                      <a:pt x="296367" y="58008"/>
                    </a:cubicBezTo>
                    <a:cubicBezTo>
                      <a:pt x="296367" y="72547"/>
                      <a:pt x="284539" y="84375"/>
                      <a:pt x="270000" y="84375"/>
                    </a:cubicBezTo>
                    <a:cubicBezTo>
                      <a:pt x="255461" y="84375"/>
                      <a:pt x="243633" y="72547"/>
                      <a:pt x="243633" y="58008"/>
                    </a:cubicBezTo>
                    <a:cubicBezTo>
                      <a:pt x="243633" y="43469"/>
                      <a:pt x="255461" y="31641"/>
                      <a:pt x="270000" y="31641"/>
                    </a:cubicBezTo>
                    <a:close/>
                    <a:moveTo>
                      <a:pt x="211147" y="168750"/>
                    </a:moveTo>
                    <a:lnTo>
                      <a:pt x="219313" y="136004"/>
                    </a:lnTo>
                    <a:cubicBezTo>
                      <a:pt x="222247" y="124235"/>
                      <a:pt x="232767" y="116016"/>
                      <a:pt x="244896" y="116016"/>
                    </a:cubicBezTo>
                    <a:lnTo>
                      <a:pt x="295103" y="116016"/>
                    </a:lnTo>
                    <a:cubicBezTo>
                      <a:pt x="307232" y="116016"/>
                      <a:pt x="317754" y="124235"/>
                      <a:pt x="320688" y="136004"/>
                    </a:cubicBezTo>
                    <a:lnTo>
                      <a:pt x="328852" y="168750"/>
                    </a:lnTo>
                    <a:close/>
                    <a:moveTo>
                      <a:pt x="448018" y="31641"/>
                    </a:moveTo>
                    <a:cubicBezTo>
                      <a:pt x="462557" y="31641"/>
                      <a:pt x="474386" y="43469"/>
                      <a:pt x="474386" y="58008"/>
                    </a:cubicBezTo>
                    <a:cubicBezTo>
                      <a:pt x="474386" y="72547"/>
                      <a:pt x="462557" y="84375"/>
                      <a:pt x="448018" y="84375"/>
                    </a:cubicBezTo>
                    <a:cubicBezTo>
                      <a:pt x="433480" y="84375"/>
                      <a:pt x="421651" y="72547"/>
                      <a:pt x="421651" y="58008"/>
                    </a:cubicBezTo>
                    <a:cubicBezTo>
                      <a:pt x="421651" y="43469"/>
                      <a:pt x="433480" y="31641"/>
                      <a:pt x="448018" y="31641"/>
                    </a:cubicBezTo>
                    <a:close/>
                    <a:moveTo>
                      <a:pt x="389166" y="168750"/>
                    </a:moveTo>
                    <a:lnTo>
                      <a:pt x="397330" y="136004"/>
                    </a:lnTo>
                    <a:cubicBezTo>
                      <a:pt x="400265" y="124235"/>
                      <a:pt x="410786" y="116016"/>
                      <a:pt x="422915" y="116016"/>
                    </a:cubicBezTo>
                    <a:lnTo>
                      <a:pt x="473122" y="116016"/>
                    </a:lnTo>
                    <a:cubicBezTo>
                      <a:pt x="485251" y="116016"/>
                      <a:pt x="495772" y="124235"/>
                      <a:pt x="498706" y="136004"/>
                    </a:cubicBezTo>
                    <a:lnTo>
                      <a:pt x="506871" y="168750"/>
                    </a:lnTo>
                    <a:close/>
                  </a:path>
                </a:pathLst>
              </a:custGeom>
              <a:grpFill/>
              <a:ln w="10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8" name="Полилиния: фигура 37">
                <a:extLst>
                  <a:ext uri="{FF2B5EF4-FFF2-40B4-BE49-F238E27FC236}">
                    <a16:creationId xmlns:a16="http://schemas.microsoft.com/office/drawing/2014/main" id="{ED7BE827-8561-58F4-0013-61BC8ED5E70B}"/>
                  </a:ext>
                </a:extLst>
              </p:cNvPr>
              <p:cNvSpPr/>
              <p:nvPr/>
            </p:nvSpPr>
            <p:spPr>
              <a:xfrm>
                <a:off x="6312856" y="998413"/>
                <a:ext cx="388125" cy="305859"/>
              </a:xfrm>
              <a:custGeom>
                <a:avLst/>
                <a:gdLst>
                  <a:gd name="connsiteX0" fmla="*/ 15820 w 388125"/>
                  <a:gd name="connsiteY0" fmla="*/ 305859 h 305859"/>
                  <a:gd name="connsiteX1" fmla="*/ 31641 w 388125"/>
                  <a:gd name="connsiteY1" fmla="*/ 290039 h 305859"/>
                  <a:gd name="connsiteX2" fmla="*/ 31641 w 388125"/>
                  <a:gd name="connsiteY2" fmla="*/ 247851 h 305859"/>
                  <a:gd name="connsiteX3" fmla="*/ 58008 w 388125"/>
                  <a:gd name="connsiteY3" fmla="*/ 221484 h 305859"/>
                  <a:gd name="connsiteX4" fmla="*/ 178242 w 388125"/>
                  <a:gd name="connsiteY4" fmla="*/ 221484 h 305859"/>
                  <a:gd name="connsiteX5" fmla="*/ 178242 w 388125"/>
                  <a:gd name="connsiteY5" fmla="*/ 290039 h 305859"/>
                  <a:gd name="connsiteX6" fmla="*/ 194063 w 388125"/>
                  <a:gd name="connsiteY6" fmla="*/ 305859 h 305859"/>
                  <a:gd name="connsiteX7" fmla="*/ 209883 w 388125"/>
                  <a:gd name="connsiteY7" fmla="*/ 290039 h 305859"/>
                  <a:gd name="connsiteX8" fmla="*/ 209883 w 388125"/>
                  <a:gd name="connsiteY8" fmla="*/ 221484 h 305859"/>
                  <a:gd name="connsiteX9" fmla="*/ 330117 w 388125"/>
                  <a:gd name="connsiteY9" fmla="*/ 221484 h 305859"/>
                  <a:gd name="connsiteX10" fmla="*/ 356484 w 388125"/>
                  <a:gd name="connsiteY10" fmla="*/ 247851 h 305859"/>
                  <a:gd name="connsiteX11" fmla="*/ 356484 w 388125"/>
                  <a:gd name="connsiteY11" fmla="*/ 290039 h 305859"/>
                  <a:gd name="connsiteX12" fmla="*/ 372305 w 388125"/>
                  <a:gd name="connsiteY12" fmla="*/ 305859 h 305859"/>
                  <a:gd name="connsiteX13" fmla="*/ 388125 w 388125"/>
                  <a:gd name="connsiteY13" fmla="*/ 290039 h 305859"/>
                  <a:gd name="connsiteX14" fmla="*/ 388125 w 388125"/>
                  <a:gd name="connsiteY14" fmla="*/ 247851 h 305859"/>
                  <a:gd name="connsiteX15" fmla="*/ 330117 w 388125"/>
                  <a:gd name="connsiteY15" fmla="*/ 189843 h 305859"/>
                  <a:gd name="connsiteX16" fmla="*/ 209883 w 388125"/>
                  <a:gd name="connsiteY16" fmla="*/ 189843 h 305859"/>
                  <a:gd name="connsiteX17" fmla="*/ 209883 w 388125"/>
                  <a:gd name="connsiteY17" fmla="*/ 54013 h 305859"/>
                  <a:gd name="connsiteX18" fmla="*/ 235611 w 388125"/>
                  <a:gd name="connsiteY18" fmla="*/ 79742 h 305859"/>
                  <a:gd name="connsiteX19" fmla="*/ 246797 w 388125"/>
                  <a:gd name="connsiteY19" fmla="*/ 84375 h 305859"/>
                  <a:gd name="connsiteX20" fmla="*/ 257983 w 388125"/>
                  <a:gd name="connsiteY20" fmla="*/ 79740 h 305859"/>
                  <a:gd name="connsiteX21" fmla="*/ 257983 w 388125"/>
                  <a:gd name="connsiteY21" fmla="*/ 57367 h 305859"/>
                  <a:gd name="connsiteX22" fmla="*/ 205249 w 388125"/>
                  <a:gd name="connsiteY22" fmla="*/ 4633 h 305859"/>
                  <a:gd name="connsiteX23" fmla="*/ 182875 w 388125"/>
                  <a:gd name="connsiteY23" fmla="*/ 4633 h 305859"/>
                  <a:gd name="connsiteX24" fmla="*/ 130141 w 388125"/>
                  <a:gd name="connsiteY24" fmla="*/ 57367 h 305859"/>
                  <a:gd name="connsiteX25" fmla="*/ 130141 w 388125"/>
                  <a:gd name="connsiteY25" fmla="*/ 79740 h 305859"/>
                  <a:gd name="connsiteX26" fmla="*/ 152514 w 388125"/>
                  <a:gd name="connsiteY26" fmla="*/ 79740 h 305859"/>
                  <a:gd name="connsiteX27" fmla="*/ 178242 w 388125"/>
                  <a:gd name="connsiteY27" fmla="*/ 54013 h 305859"/>
                  <a:gd name="connsiteX28" fmla="*/ 178242 w 388125"/>
                  <a:gd name="connsiteY28" fmla="*/ 189843 h 305859"/>
                  <a:gd name="connsiteX29" fmla="*/ 58008 w 388125"/>
                  <a:gd name="connsiteY29" fmla="*/ 189843 h 305859"/>
                  <a:gd name="connsiteX30" fmla="*/ 0 w 388125"/>
                  <a:gd name="connsiteY30" fmla="*/ 247851 h 305859"/>
                  <a:gd name="connsiteX31" fmla="*/ 0 w 388125"/>
                  <a:gd name="connsiteY31" fmla="*/ 290039 h 305859"/>
                  <a:gd name="connsiteX32" fmla="*/ 15820 w 388125"/>
                  <a:gd name="connsiteY32" fmla="*/ 305859 h 30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88125" h="305859">
                    <a:moveTo>
                      <a:pt x="15820" y="305859"/>
                    </a:moveTo>
                    <a:cubicBezTo>
                      <a:pt x="24557" y="305859"/>
                      <a:pt x="31641" y="298776"/>
                      <a:pt x="31641" y="290039"/>
                    </a:cubicBezTo>
                    <a:lnTo>
                      <a:pt x="31641" y="247851"/>
                    </a:lnTo>
                    <a:cubicBezTo>
                      <a:pt x="31641" y="233312"/>
                      <a:pt x="43469" y="221484"/>
                      <a:pt x="58008" y="221484"/>
                    </a:cubicBezTo>
                    <a:lnTo>
                      <a:pt x="178242" y="221484"/>
                    </a:lnTo>
                    <a:lnTo>
                      <a:pt x="178242" y="290039"/>
                    </a:lnTo>
                    <a:cubicBezTo>
                      <a:pt x="178242" y="298776"/>
                      <a:pt x="185325" y="305859"/>
                      <a:pt x="194063" y="305859"/>
                    </a:cubicBezTo>
                    <a:cubicBezTo>
                      <a:pt x="202800" y="305859"/>
                      <a:pt x="209883" y="298776"/>
                      <a:pt x="209883" y="290039"/>
                    </a:cubicBezTo>
                    <a:lnTo>
                      <a:pt x="209883" y="221484"/>
                    </a:lnTo>
                    <a:lnTo>
                      <a:pt x="330117" y="221484"/>
                    </a:lnTo>
                    <a:cubicBezTo>
                      <a:pt x="344656" y="221484"/>
                      <a:pt x="356484" y="233312"/>
                      <a:pt x="356484" y="247851"/>
                    </a:cubicBezTo>
                    <a:lnTo>
                      <a:pt x="356484" y="290039"/>
                    </a:lnTo>
                    <a:cubicBezTo>
                      <a:pt x="356484" y="298776"/>
                      <a:pt x="363568" y="305859"/>
                      <a:pt x="372305" y="305859"/>
                    </a:cubicBezTo>
                    <a:cubicBezTo>
                      <a:pt x="381042" y="305859"/>
                      <a:pt x="388125" y="298776"/>
                      <a:pt x="388125" y="290039"/>
                    </a:cubicBezTo>
                    <a:lnTo>
                      <a:pt x="388125" y="247851"/>
                    </a:lnTo>
                    <a:cubicBezTo>
                      <a:pt x="388125" y="215866"/>
                      <a:pt x="362103" y="189843"/>
                      <a:pt x="330117" y="189843"/>
                    </a:cubicBezTo>
                    <a:lnTo>
                      <a:pt x="209883" y="189843"/>
                    </a:lnTo>
                    <a:lnTo>
                      <a:pt x="209883" y="54013"/>
                    </a:lnTo>
                    <a:lnTo>
                      <a:pt x="235611" y="79742"/>
                    </a:lnTo>
                    <a:cubicBezTo>
                      <a:pt x="238699" y="82830"/>
                      <a:pt x="242748" y="84375"/>
                      <a:pt x="246797" y="84375"/>
                    </a:cubicBezTo>
                    <a:cubicBezTo>
                      <a:pt x="250846" y="84375"/>
                      <a:pt x="254895" y="82830"/>
                      <a:pt x="257983" y="79740"/>
                    </a:cubicBezTo>
                    <a:cubicBezTo>
                      <a:pt x="264161" y="73563"/>
                      <a:pt x="264161" y="63546"/>
                      <a:pt x="257983" y="57367"/>
                    </a:cubicBezTo>
                    <a:lnTo>
                      <a:pt x="205249" y="4633"/>
                    </a:lnTo>
                    <a:cubicBezTo>
                      <a:pt x="199071" y="-1544"/>
                      <a:pt x="189054" y="-1544"/>
                      <a:pt x="182875" y="4633"/>
                    </a:cubicBezTo>
                    <a:lnTo>
                      <a:pt x="130141" y="57367"/>
                    </a:lnTo>
                    <a:cubicBezTo>
                      <a:pt x="123963" y="63545"/>
                      <a:pt x="123963" y="73562"/>
                      <a:pt x="130141" y="79740"/>
                    </a:cubicBezTo>
                    <a:cubicBezTo>
                      <a:pt x="136318" y="85918"/>
                      <a:pt x="146336" y="85918"/>
                      <a:pt x="152514" y="79740"/>
                    </a:cubicBezTo>
                    <a:lnTo>
                      <a:pt x="178242" y="54013"/>
                    </a:lnTo>
                    <a:lnTo>
                      <a:pt x="178242" y="189843"/>
                    </a:lnTo>
                    <a:lnTo>
                      <a:pt x="58008" y="189843"/>
                    </a:lnTo>
                    <a:cubicBezTo>
                      <a:pt x="26022" y="189843"/>
                      <a:pt x="0" y="215866"/>
                      <a:pt x="0" y="247851"/>
                    </a:cubicBezTo>
                    <a:lnTo>
                      <a:pt x="0" y="290039"/>
                    </a:lnTo>
                    <a:cubicBezTo>
                      <a:pt x="0" y="298776"/>
                      <a:pt x="7083" y="305859"/>
                      <a:pt x="15820" y="305859"/>
                    </a:cubicBezTo>
                    <a:close/>
                  </a:path>
                </a:pathLst>
              </a:custGeom>
              <a:grpFill/>
              <a:ln w="10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422467F-1239-C894-806C-C9BED004E476}"/>
              </a:ext>
            </a:extLst>
          </p:cNvPr>
          <p:cNvSpPr txBox="1"/>
          <p:nvPr/>
        </p:nvSpPr>
        <p:spPr>
          <a:xfrm>
            <a:off x="5265293" y="931864"/>
            <a:ext cx="1651844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ru-RU" sz="2400" dirty="0"/>
              <a:t>Продукт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5B13F8EA-1CC3-439A-8796-9B4DF6CDD187}"/>
              </a:ext>
            </a:extLst>
          </p:cNvPr>
          <p:cNvGrpSpPr/>
          <p:nvPr userDrawn="1"/>
        </p:nvGrpSpPr>
        <p:grpSpPr>
          <a:xfrm>
            <a:off x="-45610" y="5265392"/>
            <a:ext cx="12352174" cy="1702818"/>
            <a:chOff x="-73070" y="5155182"/>
            <a:chExt cx="12352174" cy="1702818"/>
          </a:xfrm>
        </p:grpSpPr>
        <p:sp>
          <p:nvSpPr>
            <p:cNvPr id="57" name="Прямоугольный треугольник 56">
              <a:extLst>
                <a:ext uri="{FF2B5EF4-FFF2-40B4-BE49-F238E27FC236}">
                  <a16:creationId xmlns:a16="http://schemas.microsoft.com/office/drawing/2014/main" id="{E5142D23-FEF2-4492-9733-D5843D75A25C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58" name="Полилиния: фигура 55">
              <a:extLst>
                <a:ext uri="{FF2B5EF4-FFF2-40B4-BE49-F238E27FC236}">
                  <a16:creationId xmlns:a16="http://schemas.microsoft.com/office/drawing/2014/main" id="{95C6B4C1-0CB2-4330-AA80-B13174D28C29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DB64350D-45B1-4661-9C0E-16E19C921FDE}"/>
              </a:ext>
            </a:extLst>
          </p:cNvPr>
          <p:cNvGrpSpPr/>
          <p:nvPr/>
        </p:nvGrpSpPr>
        <p:grpSpPr>
          <a:xfrm>
            <a:off x="1332872" y="3558334"/>
            <a:ext cx="3352322" cy="868161"/>
            <a:chOff x="189823" y="2952042"/>
            <a:chExt cx="5471276" cy="943804"/>
          </a:xfrm>
        </p:grpSpPr>
        <p:sp>
          <p:nvSpPr>
            <p:cNvPr id="85" name="Прямоугольник 84">
              <a:extLst>
                <a:ext uri="{FF2B5EF4-FFF2-40B4-BE49-F238E27FC236}">
                  <a16:creationId xmlns:a16="http://schemas.microsoft.com/office/drawing/2014/main" id="{7061EC65-15D8-4AD8-9D11-844923A9F437}"/>
                </a:ext>
              </a:extLst>
            </p:cNvPr>
            <p:cNvSpPr/>
            <p:nvPr/>
          </p:nvSpPr>
          <p:spPr>
            <a:xfrm>
              <a:off x="189823" y="2952042"/>
              <a:ext cx="5471276" cy="943804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700" dirty="0">
                <a:solidFill>
                  <a:schemeClr val="bg1"/>
                </a:solidFill>
              </a:endParaRPr>
            </a:p>
          </p:txBody>
        </p:sp>
        <p:sp>
          <p:nvSpPr>
            <p:cNvPr id="86" name="Объект 6">
              <a:extLst>
                <a:ext uri="{FF2B5EF4-FFF2-40B4-BE49-F238E27FC236}">
                  <a16:creationId xmlns:a16="http://schemas.microsoft.com/office/drawing/2014/main" id="{57FBDBC3-E5F8-47DC-9A9C-5E5A9C43603D}"/>
                </a:ext>
              </a:extLst>
            </p:cNvPr>
            <p:cNvSpPr txBox="1">
              <a:spLocks/>
            </p:cNvSpPr>
            <p:nvPr/>
          </p:nvSpPr>
          <p:spPr>
            <a:xfrm>
              <a:off x="464891" y="3164824"/>
              <a:ext cx="5174163" cy="5119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700" dirty="0">
                  <a:solidFill>
                    <a:schemeClr val="tx1"/>
                  </a:solidFill>
                </a:rPr>
                <a:t>Моно-продажа ВН мобильным абонентам </a:t>
              </a:r>
              <a:r>
                <a:rPr lang="en-US" sz="1700" dirty="0">
                  <a:solidFill>
                    <a:schemeClr val="tx1"/>
                  </a:solidFill>
                </a:rPr>
                <a:t>t2</a:t>
              </a:r>
              <a:endParaRPr lang="ru-RU" sz="1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DB64350D-45B1-4661-9C0E-16E19C921FDE}"/>
              </a:ext>
            </a:extLst>
          </p:cNvPr>
          <p:cNvGrpSpPr/>
          <p:nvPr/>
        </p:nvGrpSpPr>
        <p:grpSpPr>
          <a:xfrm>
            <a:off x="7255432" y="3572724"/>
            <a:ext cx="3367479" cy="913198"/>
            <a:chOff x="63867" y="2914508"/>
            <a:chExt cx="5936225" cy="838000"/>
          </a:xfrm>
        </p:grpSpPr>
        <p:sp>
          <p:nvSpPr>
            <p:cNvPr id="88" name="Прямоугольник 87">
              <a:extLst>
                <a:ext uri="{FF2B5EF4-FFF2-40B4-BE49-F238E27FC236}">
                  <a16:creationId xmlns:a16="http://schemas.microsoft.com/office/drawing/2014/main" id="{7061EC65-15D8-4AD8-9D11-844923A9F437}"/>
                </a:ext>
              </a:extLst>
            </p:cNvPr>
            <p:cNvSpPr/>
            <p:nvPr/>
          </p:nvSpPr>
          <p:spPr>
            <a:xfrm>
              <a:off x="63867" y="2914508"/>
              <a:ext cx="5936225" cy="83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700" dirty="0">
                <a:solidFill>
                  <a:schemeClr val="bg1"/>
                </a:solidFill>
              </a:endParaRPr>
            </a:p>
          </p:txBody>
        </p:sp>
        <p:sp>
          <p:nvSpPr>
            <p:cNvPr id="89" name="Объект 6">
              <a:extLst>
                <a:ext uri="{FF2B5EF4-FFF2-40B4-BE49-F238E27FC236}">
                  <a16:creationId xmlns:a16="http://schemas.microsoft.com/office/drawing/2014/main" id="{57FBDBC3-E5F8-47DC-9A9C-5E5A9C43603D}"/>
                </a:ext>
              </a:extLst>
            </p:cNvPr>
            <p:cNvSpPr txBox="1">
              <a:spLocks/>
            </p:cNvSpPr>
            <p:nvPr/>
          </p:nvSpPr>
          <p:spPr>
            <a:xfrm>
              <a:off x="254185" y="3018133"/>
              <a:ext cx="5439245" cy="58900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700" dirty="0">
                  <a:solidFill>
                    <a:schemeClr val="tx1"/>
                  </a:solidFill>
                </a:rPr>
                <a:t>Продажа не абонентам РТК и </a:t>
              </a:r>
              <a:r>
                <a:rPr lang="en-US" sz="1700" dirty="0">
                  <a:solidFill>
                    <a:schemeClr val="tx1"/>
                  </a:solidFill>
                </a:rPr>
                <a:t>t</a:t>
              </a:r>
              <a:r>
                <a:rPr lang="ru-RU" sz="1700" dirty="0">
                  <a:solidFill>
                    <a:schemeClr val="tx1"/>
                  </a:solidFill>
                </a:rPr>
                <a:t>2 при покупке в полную стоимость и через </a:t>
              </a:r>
              <a:r>
                <a:rPr lang="en-US" sz="1700" dirty="0">
                  <a:solidFill>
                    <a:schemeClr val="tx1"/>
                  </a:solidFill>
                </a:rPr>
                <a:t>BNPL</a:t>
              </a:r>
              <a:endParaRPr lang="ru-RU" sz="1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48C0BD27-EA80-4F1A-ADD8-25F9DD7438E8}"/>
              </a:ext>
            </a:extLst>
          </p:cNvPr>
          <p:cNvGrpSpPr/>
          <p:nvPr/>
        </p:nvGrpSpPr>
        <p:grpSpPr>
          <a:xfrm>
            <a:off x="7706845" y="1263870"/>
            <a:ext cx="2411771" cy="1077707"/>
            <a:chOff x="448938" y="7845134"/>
            <a:chExt cx="2338956" cy="3822798"/>
          </a:xfrm>
        </p:grpSpPr>
        <p:sp>
          <p:nvSpPr>
            <p:cNvPr id="46" name="Rectangle: Rounded Corners 69">
              <a:extLst>
                <a:ext uri="{FF2B5EF4-FFF2-40B4-BE49-F238E27FC236}">
                  <a16:creationId xmlns:a16="http://schemas.microsoft.com/office/drawing/2014/main" id="{E2BB5E6B-EDA6-4037-ED03-2CBE4903DB08}"/>
                </a:ext>
              </a:extLst>
            </p:cNvPr>
            <p:cNvSpPr/>
            <p:nvPr/>
          </p:nvSpPr>
          <p:spPr>
            <a:xfrm>
              <a:off x="448938" y="7845134"/>
              <a:ext cx="2338956" cy="3822798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2" name="Объект 20">
              <a:extLst>
                <a:ext uri="{FF2B5EF4-FFF2-40B4-BE49-F238E27FC236}">
                  <a16:creationId xmlns:a16="http://schemas.microsoft.com/office/drawing/2014/main" id="{7D35F265-9824-478B-9182-B846C443E169}"/>
                </a:ext>
              </a:extLst>
            </p:cNvPr>
            <p:cNvSpPr txBox="1">
              <a:spLocks/>
            </p:cNvSpPr>
            <p:nvPr/>
          </p:nvSpPr>
          <p:spPr>
            <a:xfrm>
              <a:off x="635338" y="9068868"/>
              <a:ext cx="2152556" cy="88430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dirty="0"/>
                <a:t>Продажа в рынок</a:t>
              </a:r>
            </a:p>
          </p:txBody>
        </p:sp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48C0BD27-EA80-4F1A-ADD8-25F9DD7438E8}"/>
              </a:ext>
            </a:extLst>
          </p:cNvPr>
          <p:cNvGrpSpPr/>
          <p:nvPr/>
        </p:nvGrpSpPr>
        <p:grpSpPr>
          <a:xfrm>
            <a:off x="1784599" y="1333017"/>
            <a:ext cx="2643130" cy="941506"/>
            <a:chOff x="746318" y="7327656"/>
            <a:chExt cx="2308896" cy="3675200"/>
          </a:xfrm>
        </p:grpSpPr>
        <p:sp>
          <p:nvSpPr>
            <p:cNvPr id="79" name="Rectangle: Rounded Corners 69">
              <a:extLst>
                <a:ext uri="{FF2B5EF4-FFF2-40B4-BE49-F238E27FC236}">
                  <a16:creationId xmlns:a16="http://schemas.microsoft.com/office/drawing/2014/main" id="{E2BB5E6B-EDA6-4037-ED03-2CBE4903DB08}"/>
                </a:ext>
              </a:extLst>
            </p:cNvPr>
            <p:cNvSpPr/>
            <p:nvPr/>
          </p:nvSpPr>
          <p:spPr>
            <a:xfrm>
              <a:off x="746318" y="7327656"/>
              <a:ext cx="2172832" cy="36752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700"/>
            </a:p>
          </p:txBody>
        </p:sp>
        <p:sp>
          <p:nvSpPr>
            <p:cNvPr id="80" name="Объект 20">
              <a:extLst>
                <a:ext uri="{FF2B5EF4-FFF2-40B4-BE49-F238E27FC236}">
                  <a16:creationId xmlns:a16="http://schemas.microsoft.com/office/drawing/2014/main" id="{7D35F265-9824-478B-9182-B846C443E169}"/>
                </a:ext>
              </a:extLst>
            </p:cNvPr>
            <p:cNvSpPr txBox="1">
              <a:spLocks/>
            </p:cNvSpPr>
            <p:nvPr/>
          </p:nvSpPr>
          <p:spPr>
            <a:xfrm>
              <a:off x="915998" y="8465411"/>
              <a:ext cx="2139216" cy="8351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700" dirty="0"/>
                <a:t>Продажа в базу </a:t>
              </a:r>
              <a:r>
                <a:rPr lang="en-US" sz="1700" dirty="0"/>
                <a:t>t2</a:t>
              </a:r>
              <a:endParaRPr lang="ru-RU" sz="1700" dirty="0"/>
            </a:p>
          </p:txBody>
        </p:sp>
      </p:grpSp>
      <p:sp>
        <p:nvSpPr>
          <p:cNvPr id="44" name="Rectangle: Rounded Corners 69">
            <a:extLst>
              <a:ext uri="{FF2B5EF4-FFF2-40B4-BE49-F238E27FC236}">
                <a16:creationId xmlns:a16="http://schemas.microsoft.com/office/drawing/2014/main" id="{A7C76AA3-3986-52BF-F198-03B4A113D54F}"/>
              </a:ext>
            </a:extLst>
          </p:cNvPr>
          <p:cNvSpPr/>
          <p:nvPr/>
        </p:nvSpPr>
        <p:spPr>
          <a:xfrm>
            <a:off x="1768219" y="2512893"/>
            <a:ext cx="2487370" cy="76159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96DA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accent1"/>
            </a:solidFill>
          </a:ln>
          <a:effectLst>
            <a:outerShdw blurRad="177800" dist="50800" dir="2700000" algn="ctr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" name="Rectangle: Rounded Corners 69">
            <a:extLst>
              <a:ext uri="{FF2B5EF4-FFF2-40B4-BE49-F238E27FC236}">
                <a16:creationId xmlns:a16="http://schemas.microsoft.com/office/drawing/2014/main" id="{A7C76AA3-3986-52BF-F198-03B4A113D54F}"/>
              </a:ext>
            </a:extLst>
          </p:cNvPr>
          <p:cNvSpPr/>
          <p:nvPr/>
        </p:nvSpPr>
        <p:spPr>
          <a:xfrm>
            <a:off x="7735720" y="2538510"/>
            <a:ext cx="2411771" cy="76159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96DA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accent1"/>
            </a:solidFill>
          </a:ln>
          <a:effectLst>
            <a:outerShdw blurRad="177800" dist="50800" dir="2700000" algn="ctr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7" name="Соединительная линия уступом 6"/>
          <p:cNvCxnSpPr>
            <a:stCxn id="13" idx="1"/>
            <a:endCxn id="79" idx="3"/>
          </p:cNvCxnSpPr>
          <p:nvPr/>
        </p:nvCxnSpPr>
        <p:spPr>
          <a:xfrm rot="10800000" flipV="1">
            <a:off x="4271968" y="1800266"/>
            <a:ext cx="1380206" cy="350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ная линия уступом 10"/>
          <p:cNvCxnSpPr>
            <a:stCxn id="13" idx="3"/>
            <a:endCxn id="46" idx="1"/>
          </p:cNvCxnSpPr>
          <p:nvPr/>
        </p:nvCxnSpPr>
        <p:spPr>
          <a:xfrm>
            <a:off x="6265981" y="1800266"/>
            <a:ext cx="1440864" cy="245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385167D1-2244-4B5A-92FF-57EB572A0D93}"/>
              </a:ext>
            </a:extLst>
          </p:cNvPr>
          <p:cNvGrpSpPr/>
          <p:nvPr/>
        </p:nvGrpSpPr>
        <p:grpSpPr>
          <a:xfrm>
            <a:off x="8740665" y="2171175"/>
            <a:ext cx="344128" cy="335384"/>
            <a:chOff x="10082213" y="1284431"/>
            <a:chExt cx="788855" cy="788855"/>
          </a:xfrm>
        </p:grpSpPr>
        <p:sp>
          <p:nvSpPr>
            <p:cNvPr id="75" name="Прямоугольник 74">
              <a:extLst>
                <a:ext uri="{FF2B5EF4-FFF2-40B4-BE49-F238E27FC236}">
                  <a16:creationId xmlns:a16="http://schemas.microsoft.com/office/drawing/2014/main" id="{E045F14B-CEFC-D655-CF3D-046F5448B741}"/>
                </a:ext>
              </a:extLst>
            </p:cNvPr>
            <p:cNvSpPr/>
            <p:nvPr/>
          </p:nvSpPr>
          <p:spPr>
            <a:xfrm>
              <a:off x="10082213" y="1284431"/>
              <a:ext cx="788855" cy="7888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76" name="Рисунок 585">
              <a:extLst>
                <a:ext uri="{FF2B5EF4-FFF2-40B4-BE49-F238E27FC236}">
                  <a16:creationId xmlns:a16="http://schemas.microsoft.com/office/drawing/2014/main" id="{583454D7-436F-F9A9-C43A-0F8314D7A584}"/>
                </a:ext>
              </a:extLst>
            </p:cNvPr>
            <p:cNvSpPr/>
            <p:nvPr/>
          </p:nvSpPr>
          <p:spPr>
            <a:xfrm>
              <a:off x="10206640" y="1434171"/>
              <a:ext cx="540001" cy="489375"/>
            </a:xfrm>
            <a:custGeom>
              <a:avLst/>
              <a:gdLst>
                <a:gd name="connsiteX0" fmla="*/ 487266 w 540001"/>
                <a:gd name="connsiteY0" fmla="*/ 191953 h 489375"/>
                <a:gd name="connsiteX1" fmla="*/ 479629 w 540001"/>
                <a:gd name="connsiteY1" fmla="*/ 192513 h 489375"/>
                <a:gd name="connsiteX2" fmla="*/ 419528 w 540001"/>
                <a:gd name="connsiteY2" fmla="*/ 88417 h 489375"/>
                <a:gd name="connsiteX3" fmla="*/ 433477 w 540001"/>
                <a:gd name="connsiteY3" fmla="*/ 52734 h 489375"/>
                <a:gd name="connsiteX4" fmla="*/ 380742 w 540001"/>
                <a:gd name="connsiteY4" fmla="*/ 0 h 489375"/>
                <a:gd name="connsiteX5" fmla="*/ 330387 w 540001"/>
                <a:gd name="connsiteY5" fmla="*/ 37056 h 489375"/>
                <a:gd name="connsiteX6" fmla="*/ 210668 w 540001"/>
                <a:gd name="connsiteY6" fmla="*/ 37056 h 489375"/>
                <a:gd name="connsiteX7" fmla="*/ 160313 w 540001"/>
                <a:gd name="connsiteY7" fmla="*/ 0 h 489375"/>
                <a:gd name="connsiteX8" fmla="*/ 107578 w 540001"/>
                <a:gd name="connsiteY8" fmla="*/ 52734 h 489375"/>
                <a:gd name="connsiteX9" fmla="*/ 120884 w 540001"/>
                <a:gd name="connsiteY9" fmla="*/ 87700 h 489375"/>
                <a:gd name="connsiteX10" fmla="*/ 60371 w 540001"/>
                <a:gd name="connsiteY10" fmla="*/ 192512 h 489375"/>
                <a:gd name="connsiteX11" fmla="*/ 52734 w 540001"/>
                <a:gd name="connsiteY11" fmla="*/ 191953 h 489375"/>
                <a:gd name="connsiteX12" fmla="*/ 0 w 540001"/>
                <a:gd name="connsiteY12" fmla="*/ 244688 h 489375"/>
                <a:gd name="connsiteX13" fmla="*/ 52734 w 540001"/>
                <a:gd name="connsiteY13" fmla="*/ 297422 h 489375"/>
                <a:gd name="connsiteX14" fmla="*/ 60371 w 540001"/>
                <a:gd name="connsiteY14" fmla="*/ 296862 h 489375"/>
                <a:gd name="connsiteX15" fmla="*/ 120884 w 540001"/>
                <a:gd name="connsiteY15" fmla="*/ 401674 h 489375"/>
                <a:gd name="connsiteX16" fmla="*/ 107578 w 540001"/>
                <a:gd name="connsiteY16" fmla="*/ 436641 h 489375"/>
                <a:gd name="connsiteX17" fmla="*/ 160313 w 540001"/>
                <a:gd name="connsiteY17" fmla="*/ 489375 h 489375"/>
                <a:gd name="connsiteX18" fmla="*/ 210668 w 540001"/>
                <a:gd name="connsiteY18" fmla="*/ 452319 h 489375"/>
                <a:gd name="connsiteX19" fmla="*/ 330387 w 540001"/>
                <a:gd name="connsiteY19" fmla="*/ 452319 h 489375"/>
                <a:gd name="connsiteX20" fmla="*/ 380742 w 540001"/>
                <a:gd name="connsiteY20" fmla="*/ 489375 h 489375"/>
                <a:gd name="connsiteX21" fmla="*/ 433477 w 540001"/>
                <a:gd name="connsiteY21" fmla="*/ 436641 h 489375"/>
                <a:gd name="connsiteX22" fmla="*/ 419529 w 540001"/>
                <a:gd name="connsiteY22" fmla="*/ 400958 h 489375"/>
                <a:gd name="connsiteX23" fmla="*/ 479630 w 540001"/>
                <a:gd name="connsiteY23" fmla="*/ 296862 h 489375"/>
                <a:gd name="connsiteX24" fmla="*/ 487267 w 540001"/>
                <a:gd name="connsiteY24" fmla="*/ 297422 h 489375"/>
                <a:gd name="connsiteX25" fmla="*/ 540001 w 540001"/>
                <a:gd name="connsiteY25" fmla="*/ 244688 h 489375"/>
                <a:gd name="connsiteX26" fmla="*/ 487266 w 540001"/>
                <a:gd name="connsiteY26" fmla="*/ 191953 h 489375"/>
                <a:gd name="connsiteX27" fmla="*/ 487266 w 540001"/>
                <a:gd name="connsiteY27" fmla="*/ 265781 h 489375"/>
                <a:gd name="connsiteX28" fmla="*/ 466172 w 540001"/>
                <a:gd name="connsiteY28" fmla="*/ 244688 h 489375"/>
                <a:gd name="connsiteX29" fmla="*/ 487266 w 540001"/>
                <a:gd name="connsiteY29" fmla="*/ 223594 h 489375"/>
                <a:gd name="connsiteX30" fmla="*/ 508359 w 540001"/>
                <a:gd name="connsiteY30" fmla="*/ 244688 h 489375"/>
                <a:gd name="connsiteX31" fmla="*/ 487266 w 540001"/>
                <a:gd name="connsiteY31" fmla="*/ 265781 h 489375"/>
                <a:gd name="connsiteX32" fmla="*/ 401836 w 540001"/>
                <a:gd name="connsiteY32" fmla="*/ 436641 h 489375"/>
                <a:gd name="connsiteX33" fmla="*/ 380742 w 540001"/>
                <a:gd name="connsiteY33" fmla="*/ 457734 h 489375"/>
                <a:gd name="connsiteX34" fmla="*/ 359648 w 540001"/>
                <a:gd name="connsiteY34" fmla="*/ 436641 h 489375"/>
                <a:gd name="connsiteX35" fmla="*/ 380742 w 540001"/>
                <a:gd name="connsiteY35" fmla="*/ 415547 h 489375"/>
                <a:gd name="connsiteX36" fmla="*/ 401836 w 540001"/>
                <a:gd name="connsiteY36" fmla="*/ 436641 h 489375"/>
                <a:gd name="connsiteX37" fmla="*/ 181406 w 540001"/>
                <a:gd name="connsiteY37" fmla="*/ 436641 h 489375"/>
                <a:gd name="connsiteX38" fmla="*/ 160313 w 540001"/>
                <a:gd name="connsiteY38" fmla="*/ 457734 h 489375"/>
                <a:gd name="connsiteX39" fmla="*/ 139219 w 540001"/>
                <a:gd name="connsiteY39" fmla="*/ 436641 h 489375"/>
                <a:gd name="connsiteX40" fmla="*/ 160313 w 540001"/>
                <a:gd name="connsiteY40" fmla="*/ 415547 h 489375"/>
                <a:gd name="connsiteX41" fmla="*/ 181406 w 540001"/>
                <a:gd name="connsiteY41" fmla="*/ 436641 h 489375"/>
                <a:gd name="connsiteX42" fmla="*/ 31641 w 540001"/>
                <a:gd name="connsiteY42" fmla="*/ 244688 h 489375"/>
                <a:gd name="connsiteX43" fmla="*/ 52734 w 540001"/>
                <a:gd name="connsiteY43" fmla="*/ 223594 h 489375"/>
                <a:gd name="connsiteX44" fmla="*/ 73828 w 540001"/>
                <a:gd name="connsiteY44" fmla="*/ 244688 h 489375"/>
                <a:gd name="connsiteX45" fmla="*/ 52734 w 540001"/>
                <a:gd name="connsiteY45" fmla="*/ 265781 h 489375"/>
                <a:gd name="connsiteX46" fmla="*/ 31641 w 540001"/>
                <a:gd name="connsiteY46" fmla="*/ 244688 h 489375"/>
                <a:gd name="connsiteX47" fmla="*/ 139219 w 540001"/>
                <a:gd name="connsiteY47" fmla="*/ 52734 h 489375"/>
                <a:gd name="connsiteX48" fmla="*/ 160313 w 540001"/>
                <a:gd name="connsiteY48" fmla="*/ 31641 h 489375"/>
                <a:gd name="connsiteX49" fmla="*/ 181406 w 540001"/>
                <a:gd name="connsiteY49" fmla="*/ 52734 h 489375"/>
                <a:gd name="connsiteX50" fmla="*/ 160313 w 540001"/>
                <a:gd name="connsiteY50" fmla="*/ 73828 h 489375"/>
                <a:gd name="connsiteX51" fmla="*/ 139219 w 540001"/>
                <a:gd name="connsiteY51" fmla="*/ 52734 h 489375"/>
                <a:gd name="connsiteX52" fmla="*/ 359648 w 540001"/>
                <a:gd name="connsiteY52" fmla="*/ 52734 h 489375"/>
                <a:gd name="connsiteX53" fmla="*/ 380742 w 540001"/>
                <a:gd name="connsiteY53" fmla="*/ 31641 h 489375"/>
                <a:gd name="connsiteX54" fmla="*/ 401836 w 540001"/>
                <a:gd name="connsiteY54" fmla="*/ 52734 h 489375"/>
                <a:gd name="connsiteX55" fmla="*/ 380742 w 540001"/>
                <a:gd name="connsiteY55" fmla="*/ 73828 h 489375"/>
                <a:gd name="connsiteX56" fmla="*/ 359648 w 540001"/>
                <a:gd name="connsiteY56" fmla="*/ 52734 h 489375"/>
                <a:gd name="connsiteX57" fmla="*/ 317461 w 540001"/>
                <a:gd name="connsiteY57" fmla="*/ 244688 h 489375"/>
                <a:gd name="connsiteX58" fmla="*/ 270000 w 540001"/>
                <a:gd name="connsiteY58" fmla="*/ 292148 h 489375"/>
                <a:gd name="connsiteX59" fmla="*/ 222539 w 540001"/>
                <a:gd name="connsiteY59" fmla="*/ 244688 h 489375"/>
                <a:gd name="connsiteX60" fmla="*/ 270000 w 540001"/>
                <a:gd name="connsiteY60" fmla="*/ 197227 h 489375"/>
                <a:gd name="connsiteX61" fmla="*/ 317461 w 540001"/>
                <a:gd name="connsiteY61" fmla="*/ 244688 h 489375"/>
                <a:gd name="connsiteX62" fmla="*/ 341991 w 540001"/>
                <a:gd name="connsiteY62" fmla="*/ 88453 h 489375"/>
                <a:gd name="connsiteX63" fmla="*/ 295306 w 540001"/>
                <a:gd name="connsiteY63" fmla="*/ 169761 h 489375"/>
                <a:gd name="connsiteX64" fmla="*/ 270000 w 540001"/>
                <a:gd name="connsiteY64" fmla="*/ 165586 h 489375"/>
                <a:gd name="connsiteX65" fmla="*/ 245577 w 540001"/>
                <a:gd name="connsiteY65" fmla="*/ 169462 h 489375"/>
                <a:gd name="connsiteX66" fmla="*/ 199064 w 540001"/>
                <a:gd name="connsiteY66" fmla="*/ 88453 h 489375"/>
                <a:gd name="connsiteX67" fmla="*/ 210572 w 540001"/>
                <a:gd name="connsiteY67" fmla="*/ 68696 h 489375"/>
                <a:gd name="connsiteX68" fmla="*/ 330484 w 540001"/>
                <a:gd name="connsiteY68" fmla="*/ 68696 h 489375"/>
                <a:gd name="connsiteX69" fmla="*/ 341991 w 540001"/>
                <a:gd name="connsiteY69" fmla="*/ 88453 h 489375"/>
                <a:gd name="connsiteX70" fmla="*/ 199064 w 540001"/>
                <a:gd name="connsiteY70" fmla="*/ 400922 h 489375"/>
                <a:gd name="connsiteX71" fmla="*/ 245577 w 540001"/>
                <a:gd name="connsiteY71" fmla="*/ 319913 h 489375"/>
                <a:gd name="connsiteX72" fmla="*/ 270000 w 540001"/>
                <a:gd name="connsiteY72" fmla="*/ 323789 h 489375"/>
                <a:gd name="connsiteX73" fmla="*/ 295306 w 540001"/>
                <a:gd name="connsiteY73" fmla="*/ 319614 h 489375"/>
                <a:gd name="connsiteX74" fmla="*/ 341991 w 540001"/>
                <a:gd name="connsiteY74" fmla="*/ 400922 h 489375"/>
                <a:gd name="connsiteX75" fmla="*/ 330483 w 540001"/>
                <a:gd name="connsiteY75" fmla="*/ 420679 h 489375"/>
                <a:gd name="connsiteX76" fmla="*/ 210572 w 540001"/>
                <a:gd name="connsiteY76" fmla="*/ 420679 h 489375"/>
                <a:gd name="connsiteX77" fmla="*/ 199064 w 540001"/>
                <a:gd name="connsiteY77" fmla="*/ 400922 h 489375"/>
                <a:gd name="connsiteX78" fmla="*/ 436959 w 540001"/>
                <a:gd name="connsiteY78" fmla="*/ 228867 h 489375"/>
                <a:gd name="connsiteX79" fmla="*/ 347510 w 540001"/>
                <a:gd name="connsiteY79" fmla="*/ 228867 h 489375"/>
                <a:gd name="connsiteX80" fmla="*/ 322635 w 540001"/>
                <a:gd name="connsiteY80" fmla="*/ 185706 h 489375"/>
                <a:gd name="connsiteX81" fmla="*/ 369416 w 540001"/>
                <a:gd name="connsiteY81" fmla="*/ 104232 h 489375"/>
                <a:gd name="connsiteX82" fmla="*/ 380742 w 540001"/>
                <a:gd name="connsiteY82" fmla="*/ 105469 h 489375"/>
                <a:gd name="connsiteX83" fmla="*/ 392117 w 540001"/>
                <a:gd name="connsiteY83" fmla="*/ 104219 h 489375"/>
                <a:gd name="connsiteX84" fmla="*/ 451093 w 540001"/>
                <a:gd name="connsiteY84" fmla="*/ 206368 h 489375"/>
                <a:gd name="connsiteX85" fmla="*/ 436959 w 540001"/>
                <a:gd name="connsiteY85" fmla="*/ 228867 h 489375"/>
                <a:gd name="connsiteX86" fmla="*/ 148006 w 540001"/>
                <a:gd name="connsiteY86" fmla="*/ 104004 h 489375"/>
                <a:gd name="connsiteX87" fmla="*/ 160313 w 540001"/>
                <a:gd name="connsiteY87" fmla="*/ 105469 h 489375"/>
                <a:gd name="connsiteX88" fmla="*/ 171639 w 540001"/>
                <a:gd name="connsiteY88" fmla="*/ 104231 h 489375"/>
                <a:gd name="connsiteX89" fmla="*/ 218069 w 540001"/>
                <a:gd name="connsiteY89" fmla="*/ 185096 h 489375"/>
                <a:gd name="connsiteX90" fmla="*/ 192491 w 540001"/>
                <a:gd name="connsiteY90" fmla="*/ 228867 h 489375"/>
                <a:gd name="connsiteX91" fmla="*/ 103041 w 540001"/>
                <a:gd name="connsiteY91" fmla="*/ 228867 h 489375"/>
                <a:gd name="connsiteX92" fmla="*/ 88907 w 540001"/>
                <a:gd name="connsiteY92" fmla="*/ 206368 h 489375"/>
                <a:gd name="connsiteX93" fmla="*/ 103041 w 540001"/>
                <a:gd name="connsiteY93" fmla="*/ 260508 h 489375"/>
                <a:gd name="connsiteX94" fmla="*/ 192490 w 540001"/>
                <a:gd name="connsiteY94" fmla="*/ 260508 h 489375"/>
                <a:gd name="connsiteX95" fmla="*/ 218068 w 540001"/>
                <a:gd name="connsiteY95" fmla="*/ 304279 h 489375"/>
                <a:gd name="connsiteX96" fmla="*/ 171638 w 540001"/>
                <a:gd name="connsiteY96" fmla="*/ 385144 h 489375"/>
                <a:gd name="connsiteX97" fmla="*/ 160313 w 540001"/>
                <a:gd name="connsiteY97" fmla="*/ 383906 h 489375"/>
                <a:gd name="connsiteX98" fmla="*/ 148006 w 540001"/>
                <a:gd name="connsiteY98" fmla="*/ 385371 h 489375"/>
                <a:gd name="connsiteX99" fmla="*/ 88906 w 540001"/>
                <a:gd name="connsiteY99" fmla="*/ 283007 h 489375"/>
                <a:gd name="connsiteX100" fmla="*/ 103041 w 540001"/>
                <a:gd name="connsiteY100" fmla="*/ 260508 h 489375"/>
                <a:gd name="connsiteX101" fmla="*/ 392117 w 540001"/>
                <a:gd name="connsiteY101" fmla="*/ 385156 h 489375"/>
                <a:gd name="connsiteX102" fmla="*/ 380742 w 540001"/>
                <a:gd name="connsiteY102" fmla="*/ 383906 h 489375"/>
                <a:gd name="connsiteX103" fmla="*/ 369416 w 540001"/>
                <a:gd name="connsiteY103" fmla="*/ 385144 h 489375"/>
                <a:gd name="connsiteX104" fmla="*/ 322635 w 540001"/>
                <a:gd name="connsiteY104" fmla="*/ 303670 h 489375"/>
                <a:gd name="connsiteX105" fmla="*/ 347510 w 540001"/>
                <a:gd name="connsiteY105" fmla="*/ 260509 h 489375"/>
                <a:gd name="connsiteX106" fmla="*/ 436959 w 540001"/>
                <a:gd name="connsiteY106" fmla="*/ 260509 h 489375"/>
                <a:gd name="connsiteX107" fmla="*/ 451093 w 540001"/>
                <a:gd name="connsiteY107" fmla="*/ 283009 h 48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40001" h="489375">
                  <a:moveTo>
                    <a:pt x="487266" y="191953"/>
                  </a:moveTo>
                  <a:cubicBezTo>
                    <a:pt x="484672" y="191953"/>
                    <a:pt x="482124" y="192149"/>
                    <a:pt x="479629" y="192513"/>
                  </a:cubicBezTo>
                  <a:lnTo>
                    <a:pt x="419528" y="88417"/>
                  </a:lnTo>
                  <a:cubicBezTo>
                    <a:pt x="428181" y="79019"/>
                    <a:pt x="433477" y="66485"/>
                    <a:pt x="433477" y="52734"/>
                  </a:cubicBezTo>
                  <a:cubicBezTo>
                    <a:pt x="433477" y="23657"/>
                    <a:pt x="409820" y="0"/>
                    <a:pt x="380742" y="0"/>
                  </a:cubicBezTo>
                  <a:cubicBezTo>
                    <a:pt x="357121" y="0"/>
                    <a:pt x="337078" y="15610"/>
                    <a:pt x="330387" y="37056"/>
                  </a:cubicBezTo>
                  <a:lnTo>
                    <a:pt x="210668" y="37056"/>
                  </a:lnTo>
                  <a:cubicBezTo>
                    <a:pt x="203977" y="15610"/>
                    <a:pt x="183933" y="0"/>
                    <a:pt x="160313" y="0"/>
                  </a:cubicBezTo>
                  <a:cubicBezTo>
                    <a:pt x="131235" y="0"/>
                    <a:pt x="107578" y="23657"/>
                    <a:pt x="107578" y="52734"/>
                  </a:cubicBezTo>
                  <a:cubicBezTo>
                    <a:pt x="107578" y="66141"/>
                    <a:pt x="112614" y="78386"/>
                    <a:pt x="120884" y="87700"/>
                  </a:cubicBezTo>
                  <a:lnTo>
                    <a:pt x="60371" y="192512"/>
                  </a:lnTo>
                  <a:cubicBezTo>
                    <a:pt x="57876" y="192149"/>
                    <a:pt x="55328" y="191953"/>
                    <a:pt x="52734" y="191953"/>
                  </a:cubicBezTo>
                  <a:cubicBezTo>
                    <a:pt x="23657" y="191953"/>
                    <a:pt x="0" y="215610"/>
                    <a:pt x="0" y="244688"/>
                  </a:cubicBezTo>
                  <a:cubicBezTo>
                    <a:pt x="0" y="273765"/>
                    <a:pt x="23657" y="297422"/>
                    <a:pt x="52734" y="297422"/>
                  </a:cubicBezTo>
                  <a:cubicBezTo>
                    <a:pt x="55328" y="297422"/>
                    <a:pt x="57876" y="297226"/>
                    <a:pt x="60371" y="296862"/>
                  </a:cubicBezTo>
                  <a:lnTo>
                    <a:pt x="120884" y="401674"/>
                  </a:lnTo>
                  <a:cubicBezTo>
                    <a:pt x="112614" y="410989"/>
                    <a:pt x="107578" y="423235"/>
                    <a:pt x="107578" y="436641"/>
                  </a:cubicBezTo>
                  <a:cubicBezTo>
                    <a:pt x="107578" y="465718"/>
                    <a:pt x="131235" y="489375"/>
                    <a:pt x="160313" y="489375"/>
                  </a:cubicBezTo>
                  <a:cubicBezTo>
                    <a:pt x="183933" y="489375"/>
                    <a:pt x="203977" y="473765"/>
                    <a:pt x="210668" y="452319"/>
                  </a:cubicBezTo>
                  <a:lnTo>
                    <a:pt x="330387" y="452319"/>
                  </a:lnTo>
                  <a:cubicBezTo>
                    <a:pt x="337078" y="473765"/>
                    <a:pt x="357121" y="489375"/>
                    <a:pt x="380742" y="489375"/>
                  </a:cubicBezTo>
                  <a:cubicBezTo>
                    <a:pt x="409820" y="489375"/>
                    <a:pt x="433477" y="465718"/>
                    <a:pt x="433477" y="436641"/>
                  </a:cubicBezTo>
                  <a:cubicBezTo>
                    <a:pt x="433477" y="422890"/>
                    <a:pt x="428181" y="410356"/>
                    <a:pt x="419529" y="400958"/>
                  </a:cubicBezTo>
                  <a:lnTo>
                    <a:pt x="479630" y="296862"/>
                  </a:lnTo>
                  <a:cubicBezTo>
                    <a:pt x="482124" y="297226"/>
                    <a:pt x="484672" y="297422"/>
                    <a:pt x="487267" y="297422"/>
                  </a:cubicBezTo>
                  <a:cubicBezTo>
                    <a:pt x="516344" y="297422"/>
                    <a:pt x="540001" y="273765"/>
                    <a:pt x="540001" y="244688"/>
                  </a:cubicBezTo>
                  <a:cubicBezTo>
                    <a:pt x="540001" y="215610"/>
                    <a:pt x="516343" y="191953"/>
                    <a:pt x="487266" y="191953"/>
                  </a:cubicBezTo>
                  <a:close/>
                  <a:moveTo>
                    <a:pt x="487266" y="265781"/>
                  </a:moveTo>
                  <a:cubicBezTo>
                    <a:pt x="475635" y="265781"/>
                    <a:pt x="466172" y="256319"/>
                    <a:pt x="466172" y="244688"/>
                  </a:cubicBezTo>
                  <a:cubicBezTo>
                    <a:pt x="466172" y="233056"/>
                    <a:pt x="475635" y="223594"/>
                    <a:pt x="487266" y="223594"/>
                  </a:cubicBezTo>
                  <a:cubicBezTo>
                    <a:pt x="498897" y="223594"/>
                    <a:pt x="508359" y="233056"/>
                    <a:pt x="508359" y="244688"/>
                  </a:cubicBezTo>
                  <a:cubicBezTo>
                    <a:pt x="508359" y="256319"/>
                    <a:pt x="498897" y="265781"/>
                    <a:pt x="487266" y="265781"/>
                  </a:cubicBezTo>
                  <a:close/>
                  <a:moveTo>
                    <a:pt x="401836" y="436641"/>
                  </a:moveTo>
                  <a:cubicBezTo>
                    <a:pt x="401836" y="448272"/>
                    <a:pt x="392373" y="457734"/>
                    <a:pt x="380742" y="457734"/>
                  </a:cubicBezTo>
                  <a:cubicBezTo>
                    <a:pt x="369111" y="457734"/>
                    <a:pt x="359648" y="448272"/>
                    <a:pt x="359648" y="436641"/>
                  </a:cubicBezTo>
                  <a:cubicBezTo>
                    <a:pt x="359648" y="425010"/>
                    <a:pt x="369111" y="415547"/>
                    <a:pt x="380742" y="415547"/>
                  </a:cubicBezTo>
                  <a:cubicBezTo>
                    <a:pt x="392373" y="415547"/>
                    <a:pt x="401836" y="425010"/>
                    <a:pt x="401836" y="436641"/>
                  </a:cubicBezTo>
                  <a:close/>
                  <a:moveTo>
                    <a:pt x="181406" y="436641"/>
                  </a:moveTo>
                  <a:cubicBezTo>
                    <a:pt x="181406" y="448272"/>
                    <a:pt x="171944" y="457734"/>
                    <a:pt x="160313" y="457734"/>
                  </a:cubicBezTo>
                  <a:cubicBezTo>
                    <a:pt x="148681" y="457734"/>
                    <a:pt x="139219" y="448272"/>
                    <a:pt x="139219" y="436641"/>
                  </a:cubicBezTo>
                  <a:cubicBezTo>
                    <a:pt x="139219" y="425010"/>
                    <a:pt x="148681" y="415547"/>
                    <a:pt x="160313" y="415547"/>
                  </a:cubicBezTo>
                  <a:cubicBezTo>
                    <a:pt x="171944" y="415547"/>
                    <a:pt x="181406" y="425010"/>
                    <a:pt x="181406" y="436641"/>
                  </a:cubicBezTo>
                  <a:close/>
                  <a:moveTo>
                    <a:pt x="31641" y="244688"/>
                  </a:moveTo>
                  <a:cubicBezTo>
                    <a:pt x="31641" y="233056"/>
                    <a:pt x="41103" y="223594"/>
                    <a:pt x="52734" y="223594"/>
                  </a:cubicBezTo>
                  <a:cubicBezTo>
                    <a:pt x="64365" y="223594"/>
                    <a:pt x="73828" y="233056"/>
                    <a:pt x="73828" y="244688"/>
                  </a:cubicBezTo>
                  <a:cubicBezTo>
                    <a:pt x="73828" y="256319"/>
                    <a:pt x="64365" y="265781"/>
                    <a:pt x="52734" y="265781"/>
                  </a:cubicBezTo>
                  <a:cubicBezTo>
                    <a:pt x="41103" y="265781"/>
                    <a:pt x="31641" y="256319"/>
                    <a:pt x="31641" y="244688"/>
                  </a:cubicBezTo>
                  <a:close/>
                  <a:moveTo>
                    <a:pt x="139219" y="52734"/>
                  </a:moveTo>
                  <a:cubicBezTo>
                    <a:pt x="139219" y="41103"/>
                    <a:pt x="148681" y="31641"/>
                    <a:pt x="160313" y="31641"/>
                  </a:cubicBezTo>
                  <a:cubicBezTo>
                    <a:pt x="171944" y="31641"/>
                    <a:pt x="181406" y="41103"/>
                    <a:pt x="181406" y="52734"/>
                  </a:cubicBezTo>
                  <a:cubicBezTo>
                    <a:pt x="181406" y="64365"/>
                    <a:pt x="171944" y="73828"/>
                    <a:pt x="160313" y="73828"/>
                  </a:cubicBezTo>
                  <a:cubicBezTo>
                    <a:pt x="148681" y="73828"/>
                    <a:pt x="139219" y="64365"/>
                    <a:pt x="139219" y="52734"/>
                  </a:cubicBezTo>
                  <a:close/>
                  <a:moveTo>
                    <a:pt x="359648" y="52734"/>
                  </a:moveTo>
                  <a:cubicBezTo>
                    <a:pt x="359648" y="41103"/>
                    <a:pt x="369111" y="31641"/>
                    <a:pt x="380742" y="31641"/>
                  </a:cubicBezTo>
                  <a:cubicBezTo>
                    <a:pt x="392373" y="31641"/>
                    <a:pt x="401836" y="41103"/>
                    <a:pt x="401836" y="52734"/>
                  </a:cubicBezTo>
                  <a:cubicBezTo>
                    <a:pt x="401836" y="64365"/>
                    <a:pt x="392373" y="73828"/>
                    <a:pt x="380742" y="73828"/>
                  </a:cubicBezTo>
                  <a:cubicBezTo>
                    <a:pt x="369111" y="73828"/>
                    <a:pt x="359648" y="64365"/>
                    <a:pt x="359648" y="52734"/>
                  </a:cubicBezTo>
                  <a:close/>
                  <a:moveTo>
                    <a:pt x="317461" y="244688"/>
                  </a:moveTo>
                  <a:cubicBezTo>
                    <a:pt x="317461" y="270857"/>
                    <a:pt x="296170" y="292148"/>
                    <a:pt x="270000" y="292148"/>
                  </a:cubicBezTo>
                  <a:cubicBezTo>
                    <a:pt x="243830" y="292148"/>
                    <a:pt x="222539" y="270857"/>
                    <a:pt x="222539" y="244688"/>
                  </a:cubicBezTo>
                  <a:cubicBezTo>
                    <a:pt x="222539" y="218518"/>
                    <a:pt x="243830" y="197227"/>
                    <a:pt x="270000" y="197227"/>
                  </a:cubicBezTo>
                  <a:cubicBezTo>
                    <a:pt x="296170" y="197227"/>
                    <a:pt x="317461" y="218518"/>
                    <a:pt x="317461" y="244688"/>
                  </a:cubicBezTo>
                  <a:close/>
                  <a:moveTo>
                    <a:pt x="341991" y="88453"/>
                  </a:moveTo>
                  <a:lnTo>
                    <a:pt x="295306" y="169761"/>
                  </a:lnTo>
                  <a:cubicBezTo>
                    <a:pt x="287355" y="167069"/>
                    <a:pt x="278850" y="165586"/>
                    <a:pt x="270000" y="165586"/>
                  </a:cubicBezTo>
                  <a:cubicBezTo>
                    <a:pt x="261478" y="165586"/>
                    <a:pt x="253274" y="166957"/>
                    <a:pt x="245577" y="169462"/>
                  </a:cubicBezTo>
                  <a:lnTo>
                    <a:pt x="199064" y="88453"/>
                  </a:lnTo>
                  <a:cubicBezTo>
                    <a:pt x="204233" y="82850"/>
                    <a:pt x="208205" y="76129"/>
                    <a:pt x="210572" y="68696"/>
                  </a:cubicBezTo>
                  <a:lnTo>
                    <a:pt x="330484" y="68696"/>
                  </a:lnTo>
                  <a:cubicBezTo>
                    <a:pt x="332850" y="76129"/>
                    <a:pt x="336822" y="82850"/>
                    <a:pt x="341991" y="88453"/>
                  </a:cubicBezTo>
                  <a:close/>
                  <a:moveTo>
                    <a:pt x="199064" y="400922"/>
                  </a:moveTo>
                  <a:lnTo>
                    <a:pt x="245577" y="319913"/>
                  </a:lnTo>
                  <a:cubicBezTo>
                    <a:pt x="253274" y="322418"/>
                    <a:pt x="261478" y="323789"/>
                    <a:pt x="270000" y="323789"/>
                  </a:cubicBezTo>
                  <a:cubicBezTo>
                    <a:pt x="278850" y="323789"/>
                    <a:pt x="287355" y="322306"/>
                    <a:pt x="295306" y="319614"/>
                  </a:cubicBezTo>
                  <a:lnTo>
                    <a:pt x="341991" y="400922"/>
                  </a:lnTo>
                  <a:cubicBezTo>
                    <a:pt x="336822" y="406525"/>
                    <a:pt x="332850" y="413246"/>
                    <a:pt x="330483" y="420679"/>
                  </a:cubicBezTo>
                  <a:lnTo>
                    <a:pt x="210572" y="420679"/>
                  </a:lnTo>
                  <a:cubicBezTo>
                    <a:pt x="208205" y="413246"/>
                    <a:pt x="204233" y="406525"/>
                    <a:pt x="199064" y="400922"/>
                  </a:cubicBezTo>
                  <a:close/>
                  <a:moveTo>
                    <a:pt x="436959" y="228867"/>
                  </a:moveTo>
                  <a:lnTo>
                    <a:pt x="347510" y="228867"/>
                  </a:lnTo>
                  <a:cubicBezTo>
                    <a:pt x="344046" y="211872"/>
                    <a:pt x="335109" y="196850"/>
                    <a:pt x="322635" y="185706"/>
                  </a:cubicBezTo>
                  <a:lnTo>
                    <a:pt x="369416" y="104232"/>
                  </a:lnTo>
                  <a:cubicBezTo>
                    <a:pt x="373067" y="105033"/>
                    <a:pt x="376854" y="105469"/>
                    <a:pt x="380742" y="105469"/>
                  </a:cubicBezTo>
                  <a:cubicBezTo>
                    <a:pt x="384648" y="105469"/>
                    <a:pt x="388451" y="105029"/>
                    <a:pt x="392117" y="104219"/>
                  </a:cubicBezTo>
                  <a:lnTo>
                    <a:pt x="451093" y="206368"/>
                  </a:lnTo>
                  <a:cubicBezTo>
                    <a:pt x="444628" y="212475"/>
                    <a:pt x="439695" y="220185"/>
                    <a:pt x="436959" y="228867"/>
                  </a:cubicBezTo>
                  <a:close/>
                  <a:moveTo>
                    <a:pt x="148006" y="104004"/>
                  </a:moveTo>
                  <a:cubicBezTo>
                    <a:pt x="151957" y="104952"/>
                    <a:pt x="156075" y="105469"/>
                    <a:pt x="160313" y="105469"/>
                  </a:cubicBezTo>
                  <a:cubicBezTo>
                    <a:pt x="164201" y="105469"/>
                    <a:pt x="167987" y="105033"/>
                    <a:pt x="171639" y="104231"/>
                  </a:cubicBezTo>
                  <a:lnTo>
                    <a:pt x="218069" y="185096"/>
                  </a:lnTo>
                  <a:cubicBezTo>
                    <a:pt x="205231" y="196298"/>
                    <a:pt x="196019" y="211556"/>
                    <a:pt x="192491" y="228867"/>
                  </a:cubicBezTo>
                  <a:lnTo>
                    <a:pt x="103041" y="228867"/>
                  </a:lnTo>
                  <a:cubicBezTo>
                    <a:pt x="100305" y="220185"/>
                    <a:pt x="95372" y="212475"/>
                    <a:pt x="88907" y="206368"/>
                  </a:cubicBezTo>
                  <a:close/>
                  <a:moveTo>
                    <a:pt x="103041" y="260508"/>
                  </a:moveTo>
                  <a:lnTo>
                    <a:pt x="192490" y="260508"/>
                  </a:lnTo>
                  <a:cubicBezTo>
                    <a:pt x="196018" y="277819"/>
                    <a:pt x="205230" y="293077"/>
                    <a:pt x="218068" y="304279"/>
                  </a:cubicBezTo>
                  <a:lnTo>
                    <a:pt x="171638" y="385144"/>
                  </a:lnTo>
                  <a:cubicBezTo>
                    <a:pt x="167987" y="384342"/>
                    <a:pt x="164201" y="383906"/>
                    <a:pt x="160313" y="383906"/>
                  </a:cubicBezTo>
                  <a:cubicBezTo>
                    <a:pt x="156075" y="383906"/>
                    <a:pt x="151957" y="384423"/>
                    <a:pt x="148006" y="385371"/>
                  </a:cubicBezTo>
                  <a:lnTo>
                    <a:pt x="88906" y="283007"/>
                  </a:lnTo>
                  <a:cubicBezTo>
                    <a:pt x="95372" y="276900"/>
                    <a:pt x="100305" y="269190"/>
                    <a:pt x="103041" y="260508"/>
                  </a:cubicBezTo>
                  <a:close/>
                  <a:moveTo>
                    <a:pt x="392117" y="385156"/>
                  </a:moveTo>
                  <a:cubicBezTo>
                    <a:pt x="388451" y="384346"/>
                    <a:pt x="384648" y="383906"/>
                    <a:pt x="380742" y="383906"/>
                  </a:cubicBezTo>
                  <a:cubicBezTo>
                    <a:pt x="376854" y="383906"/>
                    <a:pt x="373067" y="384342"/>
                    <a:pt x="369416" y="385144"/>
                  </a:cubicBezTo>
                  <a:lnTo>
                    <a:pt x="322635" y="303670"/>
                  </a:lnTo>
                  <a:cubicBezTo>
                    <a:pt x="335109" y="292526"/>
                    <a:pt x="344046" y="277504"/>
                    <a:pt x="347510" y="260509"/>
                  </a:cubicBezTo>
                  <a:lnTo>
                    <a:pt x="436959" y="260509"/>
                  </a:lnTo>
                  <a:cubicBezTo>
                    <a:pt x="439695" y="269191"/>
                    <a:pt x="444628" y="276901"/>
                    <a:pt x="451093" y="283009"/>
                  </a:cubicBezTo>
                  <a:close/>
                </a:path>
              </a:pathLst>
            </a:custGeom>
            <a:solidFill>
              <a:schemeClr val="bg1"/>
            </a:solidFill>
            <a:ln w="10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385167D1-2244-4B5A-92FF-57EB572A0D93}"/>
              </a:ext>
            </a:extLst>
          </p:cNvPr>
          <p:cNvGrpSpPr/>
          <p:nvPr/>
        </p:nvGrpSpPr>
        <p:grpSpPr>
          <a:xfrm>
            <a:off x="2840692" y="2146755"/>
            <a:ext cx="342424" cy="323642"/>
            <a:chOff x="10082213" y="1284431"/>
            <a:chExt cx="788855" cy="788855"/>
          </a:xfrm>
        </p:grpSpPr>
        <p:sp>
          <p:nvSpPr>
            <p:cNvPr id="82" name="Прямоугольник 81">
              <a:extLst>
                <a:ext uri="{FF2B5EF4-FFF2-40B4-BE49-F238E27FC236}">
                  <a16:creationId xmlns:a16="http://schemas.microsoft.com/office/drawing/2014/main" id="{E045F14B-CEFC-D655-CF3D-046F5448B741}"/>
                </a:ext>
              </a:extLst>
            </p:cNvPr>
            <p:cNvSpPr/>
            <p:nvPr/>
          </p:nvSpPr>
          <p:spPr>
            <a:xfrm>
              <a:off x="10082213" y="1284431"/>
              <a:ext cx="788855" cy="7888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83" name="Рисунок 585">
              <a:extLst>
                <a:ext uri="{FF2B5EF4-FFF2-40B4-BE49-F238E27FC236}">
                  <a16:creationId xmlns:a16="http://schemas.microsoft.com/office/drawing/2014/main" id="{583454D7-436F-F9A9-C43A-0F8314D7A584}"/>
                </a:ext>
              </a:extLst>
            </p:cNvPr>
            <p:cNvSpPr/>
            <p:nvPr/>
          </p:nvSpPr>
          <p:spPr>
            <a:xfrm>
              <a:off x="10206640" y="1434171"/>
              <a:ext cx="540001" cy="489375"/>
            </a:xfrm>
            <a:custGeom>
              <a:avLst/>
              <a:gdLst>
                <a:gd name="connsiteX0" fmla="*/ 487266 w 540001"/>
                <a:gd name="connsiteY0" fmla="*/ 191953 h 489375"/>
                <a:gd name="connsiteX1" fmla="*/ 479629 w 540001"/>
                <a:gd name="connsiteY1" fmla="*/ 192513 h 489375"/>
                <a:gd name="connsiteX2" fmla="*/ 419528 w 540001"/>
                <a:gd name="connsiteY2" fmla="*/ 88417 h 489375"/>
                <a:gd name="connsiteX3" fmla="*/ 433477 w 540001"/>
                <a:gd name="connsiteY3" fmla="*/ 52734 h 489375"/>
                <a:gd name="connsiteX4" fmla="*/ 380742 w 540001"/>
                <a:gd name="connsiteY4" fmla="*/ 0 h 489375"/>
                <a:gd name="connsiteX5" fmla="*/ 330387 w 540001"/>
                <a:gd name="connsiteY5" fmla="*/ 37056 h 489375"/>
                <a:gd name="connsiteX6" fmla="*/ 210668 w 540001"/>
                <a:gd name="connsiteY6" fmla="*/ 37056 h 489375"/>
                <a:gd name="connsiteX7" fmla="*/ 160313 w 540001"/>
                <a:gd name="connsiteY7" fmla="*/ 0 h 489375"/>
                <a:gd name="connsiteX8" fmla="*/ 107578 w 540001"/>
                <a:gd name="connsiteY8" fmla="*/ 52734 h 489375"/>
                <a:gd name="connsiteX9" fmla="*/ 120884 w 540001"/>
                <a:gd name="connsiteY9" fmla="*/ 87700 h 489375"/>
                <a:gd name="connsiteX10" fmla="*/ 60371 w 540001"/>
                <a:gd name="connsiteY10" fmla="*/ 192512 h 489375"/>
                <a:gd name="connsiteX11" fmla="*/ 52734 w 540001"/>
                <a:gd name="connsiteY11" fmla="*/ 191953 h 489375"/>
                <a:gd name="connsiteX12" fmla="*/ 0 w 540001"/>
                <a:gd name="connsiteY12" fmla="*/ 244688 h 489375"/>
                <a:gd name="connsiteX13" fmla="*/ 52734 w 540001"/>
                <a:gd name="connsiteY13" fmla="*/ 297422 h 489375"/>
                <a:gd name="connsiteX14" fmla="*/ 60371 w 540001"/>
                <a:gd name="connsiteY14" fmla="*/ 296862 h 489375"/>
                <a:gd name="connsiteX15" fmla="*/ 120884 w 540001"/>
                <a:gd name="connsiteY15" fmla="*/ 401674 h 489375"/>
                <a:gd name="connsiteX16" fmla="*/ 107578 w 540001"/>
                <a:gd name="connsiteY16" fmla="*/ 436641 h 489375"/>
                <a:gd name="connsiteX17" fmla="*/ 160313 w 540001"/>
                <a:gd name="connsiteY17" fmla="*/ 489375 h 489375"/>
                <a:gd name="connsiteX18" fmla="*/ 210668 w 540001"/>
                <a:gd name="connsiteY18" fmla="*/ 452319 h 489375"/>
                <a:gd name="connsiteX19" fmla="*/ 330387 w 540001"/>
                <a:gd name="connsiteY19" fmla="*/ 452319 h 489375"/>
                <a:gd name="connsiteX20" fmla="*/ 380742 w 540001"/>
                <a:gd name="connsiteY20" fmla="*/ 489375 h 489375"/>
                <a:gd name="connsiteX21" fmla="*/ 433477 w 540001"/>
                <a:gd name="connsiteY21" fmla="*/ 436641 h 489375"/>
                <a:gd name="connsiteX22" fmla="*/ 419529 w 540001"/>
                <a:gd name="connsiteY22" fmla="*/ 400958 h 489375"/>
                <a:gd name="connsiteX23" fmla="*/ 479630 w 540001"/>
                <a:gd name="connsiteY23" fmla="*/ 296862 h 489375"/>
                <a:gd name="connsiteX24" fmla="*/ 487267 w 540001"/>
                <a:gd name="connsiteY24" fmla="*/ 297422 h 489375"/>
                <a:gd name="connsiteX25" fmla="*/ 540001 w 540001"/>
                <a:gd name="connsiteY25" fmla="*/ 244688 h 489375"/>
                <a:gd name="connsiteX26" fmla="*/ 487266 w 540001"/>
                <a:gd name="connsiteY26" fmla="*/ 191953 h 489375"/>
                <a:gd name="connsiteX27" fmla="*/ 487266 w 540001"/>
                <a:gd name="connsiteY27" fmla="*/ 265781 h 489375"/>
                <a:gd name="connsiteX28" fmla="*/ 466172 w 540001"/>
                <a:gd name="connsiteY28" fmla="*/ 244688 h 489375"/>
                <a:gd name="connsiteX29" fmla="*/ 487266 w 540001"/>
                <a:gd name="connsiteY29" fmla="*/ 223594 h 489375"/>
                <a:gd name="connsiteX30" fmla="*/ 508359 w 540001"/>
                <a:gd name="connsiteY30" fmla="*/ 244688 h 489375"/>
                <a:gd name="connsiteX31" fmla="*/ 487266 w 540001"/>
                <a:gd name="connsiteY31" fmla="*/ 265781 h 489375"/>
                <a:gd name="connsiteX32" fmla="*/ 401836 w 540001"/>
                <a:gd name="connsiteY32" fmla="*/ 436641 h 489375"/>
                <a:gd name="connsiteX33" fmla="*/ 380742 w 540001"/>
                <a:gd name="connsiteY33" fmla="*/ 457734 h 489375"/>
                <a:gd name="connsiteX34" fmla="*/ 359648 w 540001"/>
                <a:gd name="connsiteY34" fmla="*/ 436641 h 489375"/>
                <a:gd name="connsiteX35" fmla="*/ 380742 w 540001"/>
                <a:gd name="connsiteY35" fmla="*/ 415547 h 489375"/>
                <a:gd name="connsiteX36" fmla="*/ 401836 w 540001"/>
                <a:gd name="connsiteY36" fmla="*/ 436641 h 489375"/>
                <a:gd name="connsiteX37" fmla="*/ 181406 w 540001"/>
                <a:gd name="connsiteY37" fmla="*/ 436641 h 489375"/>
                <a:gd name="connsiteX38" fmla="*/ 160313 w 540001"/>
                <a:gd name="connsiteY38" fmla="*/ 457734 h 489375"/>
                <a:gd name="connsiteX39" fmla="*/ 139219 w 540001"/>
                <a:gd name="connsiteY39" fmla="*/ 436641 h 489375"/>
                <a:gd name="connsiteX40" fmla="*/ 160313 w 540001"/>
                <a:gd name="connsiteY40" fmla="*/ 415547 h 489375"/>
                <a:gd name="connsiteX41" fmla="*/ 181406 w 540001"/>
                <a:gd name="connsiteY41" fmla="*/ 436641 h 489375"/>
                <a:gd name="connsiteX42" fmla="*/ 31641 w 540001"/>
                <a:gd name="connsiteY42" fmla="*/ 244688 h 489375"/>
                <a:gd name="connsiteX43" fmla="*/ 52734 w 540001"/>
                <a:gd name="connsiteY43" fmla="*/ 223594 h 489375"/>
                <a:gd name="connsiteX44" fmla="*/ 73828 w 540001"/>
                <a:gd name="connsiteY44" fmla="*/ 244688 h 489375"/>
                <a:gd name="connsiteX45" fmla="*/ 52734 w 540001"/>
                <a:gd name="connsiteY45" fmla="*/ 265781 h 489375"/>
                <a:gd name="connsiteX46" fmla="*/ 31641 w 540001"/>
                <a:gd name="connsiteY46" fmla="*/ 244688 h 489375"/>
                <a:gd name="connsiteX47" fmla="*/ 139219 w 540001"/>
                <a:gd name="connsiteY47" fmla="*/ 52734 h 489375"/>
                <a:gd name="connsiteX48" fmla="*/ 160313 w 540001"/>
                <a:gd name="connsiteY48" fmla="*/ 31641 h 489375"/>
                <a:gd name="connsiteX49" fmla="*/ 181406 w 540001"/>
                <a:gd name="connsiteY49" fmla="*/ 52734 h 489375"/>
                <a:gd name="connsiteX50" fmla="*/ 160313 w 540001"/>
                <a:gd name="connsiteY50" fmla="*/ 73828 h 489375"/>
                <a:gd name="connsiteX51" fmla="*/ 139219 w 540001"/>
                <a:gd name="connsiteY51" fmla="*/ 52734 h 489375"/>
                <a:gd name="connsiteX52" fmla="*/ 359648 w 540001"/>
                <a:gd name="connsiteY52" fmla="*/ 52734 h 489375"/>
                <a:gd name="connsiteX53" fmla="*/ 380742 w 540001"/>
                <a:gd name="connsiteY53" fmla="*/ 31641 h 489375"/>
                <a:gd name="connsiteX54" fmla="*/ 401836 w 540001"/>
                <a:gd name="connsiteY54" fmla="*/ 52734 h 489375"/>
                <a:gd name="connsiteX55" fmla="*/ 380742 w 540001"/>
                <a:gd name="connsiteY55" fmla="*/ 73828 h 489375"/>
                <a:gd name="connsiteX56" fmla="*/ 359648 w 540001"/>
                <a:gd name="connsiteY56" fmla="*/ 52734 h 489375"/>
                <a:gd name="connsiteX57" fmla="*/ 317461 w 540001"/>
                <a:gd name="connsiteY57" fmla="*/ 244688 h 489375"/>
                <a:gd name="connsiteX58" fmla="*/ 270000 w 540001"/>
                <a:gd name="connsiteY58" fmla="*/ 292148 h 489375"/>
                <a:gd name="connsiteX59" fmla="*/ 222539 w 540001"/>
                <a:gd name="connsiteY59" fmla="*/ 244688 h 489375"/>
                <a:gd name="connsiteX60" fmla="*/ 270000 w 540001"/>
                <a:gd name="connsiteY60" fmla="*/ 197227 h 489375"/>
                <a:gd name="connsiteX61" fmla="*/ 317461 w 540001"/>
                <a:gd name="connsiteY61" fmla="*/ 244688 h 489375"/>
                <a:gd name="connsiteX62" fmla="*/ 341991 w 540001"/>
                <a:gd name="connsiteY62" fmla="*/ 88453 h 489375"/>
                <a:gd name="connsiteX63" fmla="*/ 295306 w 540001"/>
                <a:gd name="connsiteY63" fmla="*/ 169761 h 489375"/>
                <a:gd name="connsiteX64" fmla="*/ 270000 w 540001"/>
                <a:gd name="connsiteY64" fmla="*/ 165586 h 489375"/>
                <a:gd name="connsiteX65" fmla="*/ 245577 w 540001"/>
                <a:gd name="connsiteY65" fmla="*/ 169462 h 489375"/>
                <a:gd name="connsiteX66" fmla="*/ 199064 w 540001"/>
                <a:gd name="connsiteY66" fmla="*/ 88453 h 489375"/>
                <a:gd name="connsiteX67" fmla="*/ 210572 w 540001"/>
                <a:gd name="connsiteY67" fmla="*/ 68696 h 489375"/>
                <a:gd name="connsiteX68" fmla="*/ 330484 w 540001"/>
                <a:gd name="connsiteY68" fmla="*/ 68696 h 489375"/>
                <a:gd name="connsiteX69" fmla="*/ 341991 w 540001"/>
                <a:gd name="connsiteY69" fmla="*/ 88453 h 489375"/>
                <a:gd name="connsiteX70" fmla="*/ 199064 w 540001"/>
                <a:gd name="connsiteY70" fmla="*/ 400922 h 489375"/>
                <a:gd name="connsiteX71" fmla="*/ 245577 w 540001"/>
                <a:gd name="connsiteY71" fmla="*/ 319913 h 489375"/>
                <a:gd name="connsiteX72" fmla="*/ 270000 w 540001"/>
                <a:gd name="connsiteY72" fmla="*/ 323789 h 489375"/>
                <a:gd name="connsiteX73" fmla="*/ 295306 w 540001"/>
                <a:gd name="connsiteY73" fmla="*/ 319614 h 489375"/>
                <a:gd name="connsiteX74" fmla="*/ 341991 w 540001"/>
                <a:gd name="connsiteY74" fmla="*/ 400922 h 489375"/>
                <a:gd name="connsiteX75" fmla="*/ 330483 w 540001"/>
                <a:gd name="connsiteY75" fmla="*/ 420679 h 489375"/>
                <a:gd name="connsiteX76" fmla="*/ 210572 w 540001"/>
                <a:gd name="connsiteY76" fmla="*/ 420679 h 489375"/>
                <a:gd name="connsiteX77" fmla="*/ 199064 w 540001"/>
                <a:gd name="connsiteY77" fmla="*/ 400922 h 489375"/>
                <a:gd name="connsiteX78" fmla="*/ 436959 w 540001"/>
                <a:gd name="connsiteY78" fmla="*/ 228867 h 489375"/>
                <a:gd name="connsiteX79" fmla="*/ 347510 w 540001"/>
                <a:gd name="connsiteY79" fmla="*/ 228867 h 489375"/>
                <a:gd name="connsiteX80" fmla="*/ 322635 w 540001"/>
                <a:gd name="connsiteY80" fmla="*/ 185706 h 489375"/>
                <a:gd name="connsiteX81" fmla="*/ 369416 w 540001"/>
                <a:gd name="connsiteY81" fmla="*/ 104232 h 489375"/>
                <a:gd name="connsiteX82" fmla="*/ 380742 w 540001"/>
                <a:gd name="connsiteY82" fmla="*/ 105469 h 489375"/>
                <a:gd name="connsiteX83" fmla="*/ 392117 w 540001"/>
                <a:gd name="connsiteY83" fmla="*/ 104219 h 489375"/>
                <a:gd name="connsiteX84" fmla="*/ 451093 w 540001"/>
                <a:gd name="connsiteY84" fmla="*/ 206368 h 489375"/>
                <a:gd name="connsiteX85" fmla="*/ 436959 w 540001"/>
                <a:gd name="connsiteY85" fmla="*/ 228867 h 489375"/>
                <a:gd name="connsiteX86" fmla="*/ 148006 w 540001"/>
                <a:gd name="connsiteY86" fmla="*/ 104004 h 489375"/>
                <a:gd name="connsiteX87" fmla="*/ 160313 w 540001"/>
                <a:gd name="connsiteY87" fmla="*/ 105469 h 489375"/>
                <a:gd name="connsiteX88" fmla="*/ 171639 w 540001"/>
                <a:gd name="connsiteY88" fmla="*/ 104231 h 489375"/>
                <a:gd name="connsiteX89" fmla="*/ 218069 w 540001"/>
                <a:gd name="connsiteY89" fmla="*/ 185096 h 489375"/>
                <a:gd name="connsiteX90" fmla="*/ 192491 w 540001"/>
                <a:gd name="connsiteY90" fmla="*/ 228867 h 489375"/>
                <a:gd name="connsiteX91" fmla="*/ 103041 w 540001"/>
                <a:gd name="connsiteY91" fmla="*/ 228867 h 489375"/>
                <a:gd name="connsiteX92" fmla="*/ 88907 w 540001"/>
                <a:gd name="connsiteY92" fmla="*/ 206368 h 489375"/>
                <a:gd name="connsiteX93" fmla="*/ 103041 w 540001"/>
                <a:gd name="connsiteY93" fmla="*/ 260508 h 489375"/>
                <a:gd name="connsiteX94" fmla="*/ 192490 w 540001"/>
                <a:gd name="connsiteY94" fmla="*/ 260508 h 489375"/>
                <a:gd name="connsiteX95" fmla="*/ 218068 w 540001"/>
                <a:gd name="connsiteY95" fmla="*/ 304279 h 489375"/>
                <a:gd name="connsiteX96" fmla="*/ 171638 w 540001"/>
                <a:gd name="connsiteY96" fmla="*/ 385144 h 489375"/>
                <a:gd name="connsiteX97" fmla="*/ 160313 w 540001"/>
                <a:gd name="connsiteY97" fmla="*/ 383906 h 489375"/>
                <a:gd name="connsiteX98" fmla="*/ 148006 w 540001"/>
                <a:gd name="connsiteY98" fmla="*/ 385371 h 489375"/>
                <a:gd name="connsiteX99" fmla="*/ 88906 w 540001"/>
                <a:gd name="connsiteY99" fmla="*/ 283007 h 489375"/>
                <a:gd name="connsiteX100" fmla="*/ 103041 w 540001"/>
                <a:gd name="connsiteY100" fmla="*/ 260508 h 489375"/>
                <a:gd name="connsiteX101" fmla="*/ 392117 w 540001"/>
                <a:gd name="connsiteY101" fmla="*/ 385156 h 489375"/>
                <a:gd name="connsiteX102" fmla="*/ 380742 w 540001"/>
                <a:gd name="connsiteY102" fmla="*/ 383906 h 489375"/>
                <a:gd name="connsiteX103" fmla="*/ 369416 w 540001"/>
                <a:gd name="connsiteY103" fmla="*/ 385144 h 489375"/>
                <a:gd name="connsiteX104" fmla="*/ 322635 w 540001"/>
                <a:gd name="connsiteY104" fmla="*/ 303670 h 489375"/>
                <a:gd name="connsiteX105" fmla="*/ 347510 w 540001"/>
                <a:gd name="connsiteY105" fmla="*/ 260509 h 489375"/>
                <a:gd name="connsiteX106" fmla="*/ 436959 w 540001"/>
                <a:gd name="connsiteY106" fmla="*/ 260509 h 489375"/>
                <a:gd name="connsiteX107" fmla="*/ 451093 w 540001"/>
                <a:gd name="connsiteY107" fmla="*/ 283009 h 48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40001" h="489375">
                  <a:moveTo>
                    <a:pt x="487266" y="191953"/>
                  </a:moveTo>
                  <a:cubicBezTo>
                    <a:pt x="484672" y="191953"/>
                    <a:pt x="482124" y="192149"/>
                    <a:pt x="479629" y="192513"/>
                  </a:cubicBezTo>
                  <a:lnTo>
                    <a:pt x="419528" y="88417"/>
                  </a:lnTo>
                  <a:cubicBezTo>
                    <a:pt x="428181" y="79019"/>
                    <a:pt x="433477" y="66485"/>
                    <a:pt x="433477" y="52734"/>
                  </a:cubicBezTo>
                  <a:cubicBezTo>
                    <a:pt x="433477" y="23657"/>
                    <a:pt x="409820" y="0"/>
                    <a:pt x="380742" y="0"/>
                  </a:cubicBezTo>
                  <a:cubicBezTo>
                    <a:pt x="357121" y="0"/>
                    <a:pt x="337078" y="15610"/>
                    <a:pt x="330387" y="37056"/>
                  </a:cubicBezTo>
                  <a:lnTo>
                    <a:pt x="210668" y="37056"/>
                  </a:lnTo>
                  <a:cubicBezTo>
                    <a:pt x="203977" y="15610"/>
                    <a:pt x="183933" y="0"/>
                    <a:pt x="160313" y="0"/>
                  </a:cubicBezTo>
                  <a:cubicBezTo>
                    <a:pt x="131235" y="0"/>
                    <a:pt x="107578" y="23657"/>
                    <a:pt x="107578" y="52734"/>
                  </a:cubicBezTo>
                  <a:cubicBezTo>
                    <a:pt x="107578" y="66141"/>
                    <a:pt x="112614" y="78386"/>
                    <a:pt x="120884" y="87700"/>
                  </a:cubicBezTo>
                  <a:lnTo>
                    <a:pt x="60371" y="192512"/>
                  </a:lnTo>
                  <a:cubicBezTo>
                    <a:pt x="57876" y="192149"/>
                    <a:pt x="55328" y="191953"/>
                    <a:pt x="52734" y="191953"/>
                  </a:cubicBezTo>
                  <a:cubicBezTo>
                    <a:pt x="23657" y="191953"/>
                    <a:pt x="0" y="215610"/>
                    <a:pt x="0" y="244688"/>
                  </a:cubicBezTo>
                  <a:cubicBezTo>
                    <a:pt x="0" y="273765"/>
                    <a:pt x="23657" y="297422"/>
                    <a:pt x="52734" y="297422"/>
                  </a:cubicBezTo>
                  <a:cubicBezTo>
                    <a:pt x="55328" y="297422"/>
                    <a:pt x="57876" y="297226"/>
                    <a:pt x="60371" y="296862"/>
                  </a:cubicBezTo>
                  <a:lnTo>
                    <a:pt x="120884" y="401674"/>
                  </a:lnTo>
                  <a:cubicBezTo>
                    <a:pt x="112614" y="410989"/>
                    <a:pt x="107578" y="423235"/>
                    <a:pt x="107578" y="436641"/>
                  </a:cubicBezTo>
                  <a:cubicBezTo>
                    <a:pt x="107578" y="465718"/>
                    <a:pt x="131235" y="489375"/>
                    <a:pt x="160313" y="489375"/>
                  </a:cubicBezTo>
                  <a:cubicBezTo>
                    <a:pt x="183933" y="489375"/>
                    <a:pt x="203977" y="473765"/>
                    <a:pt x="210668" y="452319"/>
                  </a:cubicBezTo>
                  <a:lnTo>
                    <a:pt x="330387" y="452319"/>
                  </a:lnTo>
                  <a:cubicBezTo>
                    <a:pt x="337078" y="473765"/>
                    <a:pt x="357121" y="489375"/>
                    <a:pt x="380742" y="489375"/>
                  </a:cubicBezTo>
                  <a:cubicBezTo>
                    <a:pt x="409820" y="489375"/>
                    <a:pt x="433477" y="465718"/>
                    <a:pt x="433477" y="436641"/>
                  </a:cubicBezTo>
                  <a:cubicBezTo>
                    <a:pt x="433477" y="422890"/>
                    <a:pt x="428181" y="410356"/>
                    <a:pt x="419529" y="400958"/>
                  </a:cubicBezTo>
                  <a:lnTo>
                    <a:pt x="479630" y="296862"/>
                  </a:lnTo>
                  <a:cubicBezTo>
                    <a:pt x="482124" y="297226"/>
                    <a:pt x="484672" y="297422"/>
                    <a:pt x="487267" y="297422"/>
                  </a:cubicBezTo>
                  <a:cubicBezTo>
                    <a:pt x="516344" y="297422"/>
                    <a:pt x="540001" y="273765"/>
                    <a:pt x="540001" y="244688"/>
                  </a:cubicBezTo>
                  <a:cubicBezTo>
                    <a:pt x="540001" y="215610"/>
                    <a:pt x="516343" y="191953"/>
                    <a:pt x="487266" y="191953"/>
                  </a:cubicBezTo>
                  <a:close/>
                  <a:moveTo>
                    <a:pt x="487266" y="265781"/>
                  </a:moveTo>
                  <a:cubicBezTo>
                    <a:pt x="475635" y="265781"/>
                    <a:pt x="466172" y="256319"/>
                    <a:pt x="466172" y="244688"/>
                  </a:cubicBezTo>
                  <a:cubicBezTo>
                    <a:pt x="466172" y="233056"/>
                    <a:pt x="475635" y="223594"/>
                    <a:pt x="487266" y="223594"/>
                  </a:cubicBezTo>
                  <a:cubicBezTo>
                    <a:pt x="498897" y="223594"/>
                    <a:pt x="508359" y="233056"/>
                    <a:pt x="508359" y="244688"/>
                  </a:cubicBezTo>
                  <a:cubicBezTo>
                    <a:pt x="508359" y="256319"/>
                    <a:pt x="498897" y="265781"/>
                    <a:pt x="487266" y="265781"/>
                  </a:cubicBezTo>
                  <a:close/>
                  <a:moveTo>
                    <a:pt x="401836" y="436641"/>
                  </a:moveTo>
                  <a:cubicBezTo>
                    <a:pt x="401836" y="448272"/>
                    <a:pt x="392373" y="457734"/>
                    <a:pt x="380742" y="457734"/>
                  </a:cubicBezTo>
                  <a:cubicBezTo>
                    <a:pt x="369111" y="457734"/>
                    <a:pt x="359648" y="448272"/>
                    <a:pt x="359648" y="436641"/>
                  </a:cubicBezTo>
                  <a:cubicBezTo>
                    <a:pt x="359648" y="425010"/>
                    <a:pt x="369111" y="415547"/>
                    <a:pt x="380742" y="415547"/>
                  </a:cubicBezTo>
                  <a:cubicBezTo>
                    <a:pt x="392373" y="415547"/>
                    <a:pt x="401836" y="425010"/>
                    <a:pt x="401836" y="436641"/>
                  </a:cubicBezTo>
                  <a:close/>
                  <a:moveTo>
                    <a:pt x="181406" y="436641"/>
                  </a:moveTo>
                  <a:cubicBezTo>
                    <a:pt x="181406" y="448272"/>
                    <a:pt x="171944" y="457734"/>
                    <a:pt x="160313" y="457734"/>
                  </a:cubicBezTo>
                  <a:cubicBezTo>
                    <a:pt x="148681" y="457734"/>
                    <a:pt x="139219" y="448272"/>
                    <a:pt x="139219" y="436641"/>
                  </a:cubicBezTo>
                  <a:cubicBezTo>
                    <a:pt x="139219" y="425010"/>
                    <a:pt x="148681" y="415547"/>
                    <a:pt x="160313" y="415547"/>
                  </a:cubicBezTo>
                  <a:cubicBezTo>
                    <a:pt x="171944" y="415547"/>
                    <a:pt x="181406" y="425010"/>
                    <a:pt x="181406" y="436641"/>
                  </a:cubicBezTo>
                  <a:close/>
                  <a:moveTo>
                    <a:pt x="31641" y="244688"/>
                  </a:moveTo>
                  <a:cubicBezTo>
                    <a:pt x="31641" y="233056"/>
                    <a:pt x="41103" y="223594"/>
                    <a:pt x="52734" y="223594"/>
                  </a:cubicBezTo>
                  <a:cubicBezTo>
                    <a:pt x="64365" y="223594"/>
                    <a:pt x="73828" y="233056"/>
                    <a:pt x="73828" y="244688"/>
                  </a:cubicBezTo>
                  <a:cubicBezTo>
                    <a:pt x="73828" y="256319"/>
                    <a:pt x="64365" y="265781"/>
                    <a:pt x="52734" y="265781"/>
                  </a:cubicBezTo>
                  <a:cubicBezTo>
                    <a:pt x="41103" y="265781"/>
                    <a:pt x="31641" y="256319"/>
                    <a:pt x="31641" y="244688"/>
                  </a:cubicBezTo>
                  <a:close/>
                  <a:moveTo>
                    <a:pt x="139219" y="52734"/>
                  </a:moveTo>
                  <a:cubicBezTo>
                    <a:pt x="139219" y="41103"/>
                    <a:pt x="148681" y="31641"/>
                    <a:pt x="160313" y="31641"/>
                  </a:cubicBezTo>
                  <a:cubicBezTo>
                    <a:pt x="171944" y="31641"/>
                    <a:pt x="181406" y="41103"/>
                    <a:pt x="181406" y="52734"/>
                  </a:cubicBezTo>
                  <a:cubicBezTo>
                    <a:pt x="181406" y="64365"/>
                    <a:pt x="171944" y="73828"/>
                    <a:pt x="160313" y="73828"/>
                  </a:cubicBezTo>
                  <a:cubicBezTo>
                    <a:pt x="148681" y="73828"/>
                    <a:pt x="139219" y="64365"/>
                    <a:pt x="139219" y="52734"/>
                  </a:cubicBezTo>
                  <a:close/>
                  <a:moveTo>
                    <a:pt x="359648" y="52734"/>
                  </a:moveTo>
                  <a:cubicBezTo>
                    <a:pt x="359648" y="41103"/>
                    <a:pt x="369111" y="31641"/>
                    <a:pt x="380742" y="31641"/>
                  </a:cubicBezTo>
                  <a:cubicBezTo>
                    <a:pt x="392373" y="31641"/>
                    <a:pt x="401836" y="41103"/>
                    <a:pt x="401836" y="52734"/>
                  </a:cubicBezTo>
                  <a:cubicBezTo>
                    <a:pt x="401836" y="64365"/>
                    <a:pt x="392373" y="73828"/>
                    <a:pt x="380742" y="73828"/>
                  </a:cubicBezTo>
                  <a:cubicBezTo>
                    <a:pt x="369111" y="73828"/>
                    <a:pt x="359648" y="64365"/>
                    <a:pt x="359648" y="52734"/>
                  </a:cubicBezTo>
                  <a:close/>
                  <a:moveTo>
                    <a:pt x="317461" y="244688"/>
                  </a:moveTo>
                  <a:cubicBezTo>
                    <a:pt x="317461" y="270857"/>
                    <a:pt x="296170" y="292148"/>
                    <a:pt x="270000" y="292148"/>
                  </a:cubicBezTo>
                  <a:cubicBezTo>
                    <a:pt x="243830" y="292148"/>
                    <a:pt x="222539" y="270857"/>
                    <a:pt x="222539" y="244688"/>
                  </a:cubicBezTo>
                  <a:cubicBezTo>
                    <a:pt x="222539" y="218518"/>
                    <a:pt x="243830" y="197227"/>
                    <a:pt x="270000" y="197227"/>
                  </a:cubicBezTo>
                  <a:cubicBezTo>
                    <a:pt x="296170" y="197227"/>
                    <a:pt x="317461" y="218518"/>
                    <a:pt x="317461" y="244688"/>
                  </a:cubicBezTo>
                  <a:close/>
                  <a:moveTo>
                    <a:pt x="341991" y="88453"/>
                  </a:moveTo>
                  <a:lnTo>
                    <a:pt x="295306" y="169761"/>
                  </a:lnTo>
                  <a:cubicBezTo>
                    <a:pt x="287355" y="167069"/>
                    <a:pt x="278850" y="165586"/>
                    <a:pt x="270000" y="165586"/>
                  </a:cubicBezTo>
                  <a:cubicBezTo>
                    <a:pt x="261478" y="165586"/>
                    <a:pt x="253274" y="166957"/>
                    <a:pt x="245577" y="169462"/>
                  </a:cubicBezTo>
                  <a:lnTo>
                    <a:pt x="199064" y="88453"/>
                  </a:lnTo>
                  <a:cubicBezTo>
                    <a:pt x="204233" y="82850"/>
                    <a:pt x="208205" y="76129"/>
                    <a:pt x="210572" y="68696"/>
                  </a:cubicBezTo>
                  <a:lnTo>
                    <a:pt x="330484" y="68696"/>
                  </a:lnTo>
                  <a:cubicBezTo>
                    <a:pt x="332850" y="76129"/>
                    <a:pt x="336822" y="82850"/>
                    <a:pt x="341991" y="88453"/>
                  </a:cubicBezTo>
                  <a:close/>
                  <a:moveTo>
                    <a:pt x="199064" y="400922"/>
                  </a:moveTo>
                  <a:lnTo>
                    <a:pt x="245577" y="319913"/>
                  </a:lnTo>
                  <a:cubicBezTo>
                    <a:pt x="253274" y="322418"/>
                    <a:pt x="261478" y="323789"/>
                    <a:pt x="270000" y="323789"/>
                  </a:cubicBezTo>
                  <a:cubicBezTo>
                    <a:pt x="278850" y="323789"/>
                    <a:pt x="287355" y="322306"/>
                    <a:pt x="295306" y="319614"/>
                  </a:cubicBezTo>
                  <a:lnTo>
                    <a:pt x="341991" y="400922"/>
                  </a:lnTo>
                  <a:cubicBezTo>
                    <a:pt x="336822" y="406525"/>
                    <a:pt x="332850" y="413246"/>
                    <a:pt x="330483" y="420679"/>
                  </a:cubicBezTo>
                  <a:lnTo>
                    <a:pt x="210572" y="420679"/>
                  </a:lnTo>
                  <a:cubicBezTo>
                    <a:pt x="208205" y="413246"/>
                    <a:pt x="204233" y="406525"/>
                    <a:pt x="199064" y="400922"/>
                  </a:cubicBezTo>
                  <a:close/>
                  <a:moveTo>
                    <a:pt x="436959" y="228867"/>
                  </a:moveTo>
                  <a:lnTo>
                    <a:pt x="347510" y="228867"/>
                  </a:lnTo>
                  <a:cubicBezTo>
                    <a:pt x="344046" y="211872"/>
                    <a:pt x="335109" y="196850"/>
                    <a:pt x="322635" y="185706"/>
                  </a:cubicBezTo>
                  <a:lnTo>
                    <a:pt x="369416" y="104232"/>
                  </a:lnTo>
                  <a:cubicBezTo>
                    <a:pt x="373067" y="105033"/>
                    <a:pt x="376854" y="105469"/>
                    <a:pt x="380742" y="105469"/>
                  </a:cubicBezTo>
                  <a:cubicBezTo>
                    <a:pt x="384648" y="105469"/>
                    <a:pt x="388451" y="105029"/>
                    <a:pt x="392117" y="104219"/>
                  </a:cubicBezTo>
                  <a:lnTo>
                    <a:pt x="451093" y="206368"/>
                  </a:lnTo>
                  <a:cubicBezTo>
                    <a:pt x="444628" y="212475"/>
                    <a:pt x="439695" y="220185"/>
                    <a:pt x="436959" y="228867"/>
                  </a:cubicBezTo>
                  <a:close/>
                  <a:moveTo>
                    <a:pt x="148006" y="104004"/>
                  </a:moveTo>
                  <a:cubicBezTo>
                    <a:pt x="151957" y="104952"/>
                    <a:pt x="156075" y="105469"/>
                    <a:pt x="160313" y="105469"/>
                  </a:cubicBezTo>
                  <a:cubicBezTo>
                    <a:pt x="164201" y="105469"/>
                    <a:pt x="167987" y="105033"/>
                    <a:pt x="171639" y="104231"/>
                  </a:cubicBezTo>
                  <a:lnTo>
                    <a:pt x="218069" y="185096"/>
                  </a:lnTo>
                  <a:cubicBezTo>
                    <a:pt x="205231" y="196298"/>
                    <a:pt x="196019" y="211556"/>
                    <a:pt x="192491" y="228867"/>
                  </a:cubicBezTo>
                  <a:lnTo>
                    <a:pt x="103041" y="228867"/>
                  </a:lnTo>
                  <a:cubicBezTo>
                    <a:pt x="100305" y="220185"/>
                    <a:pt x="95372" y="212475"/>
                    <a:pt x="88907" y="206368"/>
                  </a:cubicBezTo>
                  <a:close/>
                  <a:moveTo>
                    <a:pt x="103041" y="260508"/>
                  </a:moveTo>
                  <a:lnTo>
                    <a:pt x="192490" y="260508"/>
                  </a:lnTo>
                  <a:cubicBezTo>
                    <a:pt x="196018" y="277819"/>
                    <a:pt x="205230" y="293077"/>
                    <a:pt x="218068" y="304279"/>
                  </a:cubicBezTo>
                  <a:lnTo>
                    <a:pt x="171638" y="385144"/>
                  </a:lnTo>
                  <a:cubicBezTo>
                    <a:pt x="167987" y="384342"/>
                    <a:pt x="164201" y="383906"/>
                    <a:pt x="160313" y="383906"/>
                  </a:cubicBezTo>
                  <a:cubicBezTo>
                    <a:pt x="156075" y="383906"/>
                    <a:pt x="151957" y="384423"/>
                    <a:pt x="148006" y="385371"/>
                  </a:cubicBezTo>
                  <a:lnTo>
                    <a:pt x="88906" y="283007"/>
                  </a:lnTo>
                  <a:cubicBezTo>
                    <a:pt x="95372" y="276900"/>
                    <a:pt x="100305" y="269190"/>
                    <a:pt x="103041" y="260508"/>
                  </a:cubicBezTo>
                  <a:close/>
                  <a:moveTo>
                    <a:pt x="392117" y="385156"/>
                  </a:moveTo>
                  <a:cubicBezTo>
                    <a:pt x="388451" y="384346"/>
                    <a:pt x="384648" y="383906"/>
                    <a:pt x="380742" y="383906"/>
                  </a:cubicBezTo>
                  <a:cubicBezTo>
                    <a:pt x="376854" y="383906"/>
                    <a:pt x="373067" y="384342"/>
                    <a:pt x="369416" y="385144"/>
                  </a:cubicBezTo>
                  <a:lnTo>
                    <a:pt x="322635" y="303670"/>
                  </a:lnTo>
                  <a:cubicBezTo>
                    <a:pt x="335109" y="292526"/>
                    <a:pt x="344046" y="277504"/>
                    <a:pt x="347510" y="260509"/>
                  </a:cubicBezTo>
                  <a:lnTo>
                    <a:pt x="436959" y="260509"/>
                  </a:lnTo>
                  <a:cubicBezTo>
                    <a:pt x="439695" y="269191"/>
                    <a:pt x="444628" y="276901"/>
                    <a:pt x="451093" y="283009"/>
                  </a:cubicBezTo>
                  <a:close/>
                </a:path>
              </a:pathLst>
            </a:custGeom>
            <a:solidFill>
              <a:schemeClr val="bg1"/>
            </a:solidFill>
            <a:ln w="10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99" name="Скругленный прямоугольник 98"/>
          <p:cNvSpPr/>
          <p:nvPr/>
        </p:nvSpPr>
        <p:spPr>
          <a:xfrm>
            <a:off x="1352122" y="4613091"/>
            <a:ext cx="3319565" cy="886884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Скругленный прямоугольник 100"/>
          <p:cNvSpPr/>
          <p:nvPr/>
        </p:nvSpPr>
        <p:spPr>
          <a:xfrm>
            <a:off x="7347157" y="4610159"/>
            <a:ext cx="3231007" cy="870565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Объект 20">
            <a:extLst>
              <a:ext uri="{FF2B5EF4-FFF2-40B4-BE49-F238E27FC236}">
                <a16:creationId xmlns:a16="http://schemas.microsoft.com/office/drawing/2014/main" id="{7D35F265-9824-478B-9182-B846C443E169}"/>
              </a:ext>
            </a:extLst>
          </p:cNvPr>
          <p:cNvSpPr txBox="1">
            <a:spLocks/>
          </p:cNvSpPr>
          <p:nvPr/>
        </p:nvSpPr>
        <p:spPr>
          <a:xfrm>
            <a:off x="1978842" y="2612621"/>
            <a:ext cx="2448888" cy="573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700" dirty="0"/>
              <a:t>каналы продаж:</a:t>
            </a:r>
          </a:p>
          <a:p>
            <a:r>
              <a:rPr lang="en-US" sz="1700" dirty="0"/>
              <a:t>DS, CRM</a:t>
            </a:r>
            <a:r>
              <a:rPr lang="ru-RU" sz="1700" dirty="0"/>
              <a:t>, Розница</a:t>
            </a:r>
          </a:p>
        </p:txBody>
      </p:sp>
      <p:sp>
        <p:nvSpPr>
          <p:cNvPr id="103" name="Объект 20">
            <a:extLst>
              <a:ext uri="{FF2B5EF4-FFF2-40B4-BE49-F238E27FC236}">
                <a16:creationId xmlns:a16="http://schemas.microsoft.com/office/drawing/2014/main" id="{7D35F265-9824-478B-9182-B846C443E169}"/>
              </a:ext>
            </a:extLst>
          </p:cNvPr>
          <p:cNvSpPr txBox="1">
            <a:spLocks/>
          </p:cNvSpPr>
          <p:nvPr/>
        </p:nvSpPr>
        <p:spPr>
          <a:xfrm>
            <a:off x="7968473" y="2823497"/>
            <a:ext cx="2448888" cy="235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All </a:t>
            </a:r>
            <a:r>
              <a:rPr lang="ru-RU" sz="1700" dirty="0"/>
              <a:t>каналы продаж</a:t>
            </a:r>
          </a:p>
        </p:txBody>
      </p:sp>
      <p:sp>
        <p:nvSpPr>
          <p:cNvPr id="105" name="Объект 20">
            <a:extLst>
              <a:ext uri="{FF2B5EF4-FFF2-40B4-BE49-F238E27FC236}">
                <a16:creationId xmlns:a16="http://schemas.microsoft.com/office/drawing/2014/main" id="{7D35F265-9824-478B-9182-B846C443E169}"/>
              </a:ext>
            </a:extLst>
          </p:cNvPr>
          <p:cNvSpPr txBox="1">
            <a:spLocks/>
          </p:cNvSpPr>
          <p:nvPr/>
        </p:nvSpPr>
        <p:spPr>
          <a:xfrm>
            <a:off x="1441574" y="4710719"/>
            <a:ext cx="3170276" cy="66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За 1-ый год: новые подключения</a:t>
            </a:r>
            <a:r>
              <a:rPr lang="en-US" sz="1600" dirty="0"/>
              <a:t> </a:t>
            </a:r>
            <a:r>
              <a:rPr lang="ru-RU" sz="1600" dirty="0"/>
              <a:t>сервиса - 28т. (замещение по текущим продажам</a:t>
            </a:r>
            <a:r>
              <a:rPr lang="en-US" sz="1600" dirty="0"/>
              <a:t> </a:t>
            </a:r>
            <a:r>
              <a:rPr lang="ru-RU" sz="1600" dirty="0"/>
              <a:t>камер)</a:t>
            </a:r>
          </a:p>
        </p:txBody>
      </p:sp>
      <p:cxnSp>
        <p:nvCxnSpPr>
          <p:cNvPr id="116" name="Соединительная линия уступом 115"/>
          <p:cNvCxnSpPr>
            <a:stCxn id="44" idx="2"/>
            <a:endCxn id="85" idx="0"/>
          </p:cNvCxnSpPr>
          <p:nvPr/>
        </p:nvCxnSpPr>
        <p:spPr>
          <a:xfrm rot="5400000">
            <a:off x="2868546" y="3414976"/>
            <a:ext cx="283846" cy="287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Соединительная линия уступом 119"/>
          <p:cNvCxnSpPr>
            <a:stCxn id="47" idx="2"/>
            <a:endCxn id="88" idx="0"/>
          </p:cNvCxnSpPr>
          <p:nvPr/>
        </p:nvCxnSpPr>
        <p:spPr>
          <a:xfrm rot="5400000">
            <a:off x="8804080" y="3435197"/>
            <a:ext cx="272619" cy="243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бъект 20">
            <a:extLst>
              <a:ext uri="{FF2B5EF4-FFF2-40B4-BE49-F238E27FC236}">
                <a16:creationId xmlns:a16="http://schemas.microsoft.com/office/drawing/2014/main" id="{7D35F265-9824-478B-9182-B846C443E169}"/>
              </a:ext>
            </a:extLst>
          </p:cNvPr>
          <p:cNvSpPr txBox="1">
            <a:spLocks/>
          </p:cNvSpPr>
          <p:nvPr/>
        </p:nvSpPr>
        <p:spPr>
          <a:xfrm>
            <a:off x="7515872" y="4704884"/>
            <a:ext cx="2985920" cy="66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За 1-ый год: доп. продажи камер – 9т. шт., доп. сервисная выручка – 8млн</a:t>
            </a:r>
          </a:p>
        </p:txBody>
      </p:sp>
    </p:spTree>
    <p:extLst>
      <p:ext uri="{BB962C8B-B14F-4D97-AF65-F5344CB8AC3E}">
        <p14:creationId xmlns:p14="http://schemas.microsoft.com/office/powerpoint/2010/main" val="97830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BFB336B-848C-EE76-145F-F10B12735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71" y="198572"/>
            <a:ext cx="11366881" cy="542841"/>
          </a:xfrm>
        </p:spPr>
        <p:txBody>
          <a:bodyPr/>
          <a:lstStyle/>
          <a:p>
            <a:r>
              <a:rPr lang="ru-RU" dirty="0"/>
              <a:t>Функциональные требования первой фазы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99E449A-D6E8-493B-96DC-0BB5BD4C2E12}"/>
              </a:ext>
            </a:extLst>
          </p:cNvPr>
          <p:cNvSpPr/>
          <p:nvPr/>
        </p:nvSpPr>
        <p:spPr>
          <a:xfrm>
            <a:off x="2878132" y="-5293383"/>
            <a:ext cx="7294309" cy="7294309"/>
          </a:xfrm>
          <a:prstGeom prst="ellipse">
            <a:avLst/>
          </a:prstGeom>
          <a:gradFill flip="none" rotWithShape="1">
            <a:gsLst>
              <a:gs pos="97872">
                <a:schemeClr val="accent1">
                  <a:alpha val="0"/>
                </a:schemeClr>
              </a:gs>
              <a:gs pos="0">
                <a:schemeClr val="accent1">
                  <a:alpha val="4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57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55D7502-2921-484E-BB04-34258A74A994}"/>
              </a:ext>
            </a:extLst>
          </p:cNvPr>
          <p:cNvSpPr/>
          <p:nvPr/>
        </p:nvSpPr>
        <p:spPr>
          <a:xfrm>
            <a:off x="10081328" y="-1502700"/>
            <a:ext cx="4631302" cy="5519403"/>
          </a:xfrm>
          <a:prstGeom prst="ellipse">
            <a:avLst/>
          </a:prstGeom>
          <a:gradFill flip="none" rotWithShape="1">
            <a:gsLst>
              <a:gs pos="97872">
                <a:schemeClr val="accent2">
                  <a:alpha val="0"/>
                </a:schemeClr>
              </a:gs>
              <a:gs pos="0">
                <a:schemeClr val="accent2">
                  <a:alpha val="63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FA4ABAB-9401-4724-BA4C-76B296541746}"/>
              </a:ext>
            </a:extLst>
          </p:cNvPr>
          <p:cNvGrpSpPr/>
          <p:nvPr userDrawn="1"/>
        </p:nvGrpSpPr>
        <p:grpSpPr>
          <a:xfrm>
            <a:off x="-91102" y="5272794"/>
            <a:ext cx="12352174" cy="1702818"/>
            <a:chOff x="-73070" y="5155182"/>
            <a:chExt cx="12352174" cy="1702818"/>
          </a:xfrm>
        </p:grpSpPr>
        <p:sp>
          <p:nvSpPr>
            <p:cNvPr id="19" name="Прямоугольный треугольник 18">
              <a:extLst>
                <a:ext uri="{FF2B5EF4-FFF2-40B4-BE49-F238E27FC236}">
                  <a16:creationId xmlns:a16="http://schemas.microsoft.com/office/drawing/2014/main" id="{BD4B7A3D-B2C4-4EA3-890F-CB2ADCB2DD40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B833D45C-5CAB-48E9-A73C-0541A4BDB970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82A7B6D5-0389-48AB-B5D7-8115D4794C47}"/>
              </a:ext>
            </a:extLst>
          </p:cNvPr>
          <p:cNvGrpSpPr/>
          <p:nvPr/>
        </p:nvGrpSpPr>
        <p:grpSpPr>
          <a:xfrm>
            <a:off x="198818" y="862423"/>
            <a:ext cx="8633157" cy="4263033"/>
            <a:chOff x="4557641" y="1449334"/>
            <a:chExt cx="2968098" cy="4008495"/>
          </a:xfrm>
        </p:grpSpPr>
        <p:sp>
          <p:nvSpPr>
            <p:cNvPr id="64" name="Rectangle 1">
              <a:extLst>
                <a:ext uri="{FF2B5EF4-FFF2-40B4-BE49-F238E27FC236}">
                  <a16:creationId xmlns:a16="http://schemas.microsoft.com/office/drawing/2014/main" id="{67451050-B35D-4298-B554-C94EA01A87EC}"/>
                </a:ext>
              </a:extLst>
            </p:cNvPr>
            <p:cNvSpPr/>
            <p:nvPr/>
          </p:nvSpPr>
          <p:spPr>
            <a:xfrm>
              <a:off x="4557641" y="1449334"/>
              <a:ext cx="1164938" cy="389471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5" name="Rectangle: Rounded Corners 69">
              <a:extLst>
                <a:ext uri="{FF2B5EF4-FFF2-40B4-BE49-F238E27FC236}">
                  <a16:creationId xmlns:a16="http://schemas.microsoft.com/office/drawing/2014/main" id="{A807D181-1365-4860-BB49-7CC9038429A1}"/>
                </a:ext>
              </a:extLst>
            </p:cNvPr>
            <p:cNvSpPr/>
            <p:nvPr/>
          </p:nvSpPr>
          <p:spPr>
            <a:xfrm>
              <a:off x="4635945" y="1701660"/>
              <a:ext cx="1989478" cy="375616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7" name="Объект 20">
              <a:extLst>
                <a:ext uri="{FF2B5EF4-FFF2-40B4-BE49-F238E27FC236}">
                  <a16:creationId xmlns:a16="http://schemas.microsoft.com/office/drawing/2014/main" id="{39308DEB-F09C-4B37-9518-E7C351508473}"/>
                </a:ext>
              </a:extLst>
            </p:cNvPr>
            <p:cNvSpPr txBox="1">
              <a:spLocks/>
            </p:cNvSpPr>
            <p:nvPr/>
          </p:nvSpPr>
          <p:spPr>
            <a:xfrm>
              <a:off x="5519550" y="3649015"/>
              <a:ext cx="2006189" cy="26687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8A868553-5A3E-4B45-9D93-06986554DBC2}"/>
              </a:ext>
            </a:extLst>
          </p:cNvPr>
          <p:cNvSpPr txBox="1"/>
          <p:nvPr/>
        </p:nvSpPr>
        <p:spPr>
          <a:xfrm>
            <a:off x="577465" y="1416800"/>
            <a:ext cx="7630480" cy="2360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Интеграция с платформой Видеонаблюдения</a:t>
            </a:r>
          </a:p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Оплата видеонаблюдения: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      Абоненты </a:t>
            </a:r>
            <a:r>
              <a:rPr lang="en-US" dirty="0"/>
              <a:t>t2</a:t>
            </a:r>
            <a:r>
              <a:rPr lang="ru-RU" dirty="0"/>
              <a:t>-списание с л</a:t>
            </a:r>
            <a:r>
              <a:rPr lang="en-US" dirty="0"/>
              <a:t>/</a:t>
            </a:r>
            <a:r>
              <a:rPr lang="ru-RU" dirty="0"/>
              <a:t>с </a:t>
            </a:r>
            <a:r>
              <a:rPr lang="en-US" dirty="0"/>
              <a:t>t2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      Абоненты </a:t>
            </a:r>
            <a:r>
              <a:rPr lang="en-US" dirty="0"/>
              <a:t>t2</a:t>
            </a:r>
            <a:r>
              <a:rPr lang="ru-RU" dirty="0"/>
              <a:t>-оплата с банковской карты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      Абоненты РТК –оплата с банковской карты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endParaRPr lang="ru-RU" dirty="0"/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endParaRPr lang="ru-RU" dirty="0"/>
          </a:p>
        </p:txBody>
      </p:sp>
      <p:sp>
        <p:nvSpPr>
          <p:cNvPr id="82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640148" y="2065048"/>
            <a:ext cx="163286" cy="135464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868553-5A3E-4B45-9D93-06986554DBC2}"/>
              </a:ext>
            </a:extLst>
          </p:cNvPr>
          <p:cNvSpPr txBox="1"/>
          <p:nvPr/>
        </p:nvSpPr>
        <p:spPr>
          <a:xfrm>
            <a:off x="572930" y="3073541"/>
            <a:ext cx="5672426" cy="16568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Техническая поддержка: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      1 ЛТП- в зависимости от канала приобретения    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      2ЛТП -РТК</a:t>
            </a:r>
          </a:p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Приложение «Видеонаблюдение» от РТК</a:t>
            </a:r>
          </a:p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MNP </a:t>
            </a:r>
            <a:r>
              <a:rPr lang="ru-RU" dirty="0"/>
              <a:t>(удержание абонента ВН)</a:t>
            </a:r>
          </a:p>
        </p:txBody>
      </p: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82A7B6D5-0389-48AB-B5D7-8115D4794C47}"/>
              </a:ext>
            </a:extLst>
          </p:cNvPr>
          <p:cNvGrpSpPr/>
          <p:nvPr/>
        </p:nvGrpSpPr>
        <p:grpSpPr>
          <a:xfrm>
            <a:off x="6245356" y="862423"/>
            <a:ext cx="8633157" cy="4333154"/>
            <a:chOff x="4557641" y="1449334"/>
            <a:chExt cx="2968098" cy="4006600"/>
          </a:xfrm>
        </p:grpSpPr>
        <p:sp>
          <p:nvSpPr>
            <p:cNvPr id="90" name="Rectangle 1">
              <a:extLst>
                <a:ext uri="{FF2B5EF4-FFF2-40B4-BE49-F238E27FC236}">
                  <a16:creationId xmlns:a16="http://schemas.microsoft.com/office/drawing/2014/main" id="{67451050-B35D-4298-B554-C94EA01A87EC}"/>
                </a:ext>
              </a:extLst>
            </p:cNvPr>
            <p:cNvSpPr/>
            <p:nvPr/>
          </p:nvSpPr>
          <p:spPr>
            <a:xfrm>
              <a:off x="4557641" y="1449334"/>
              <a:ext cx="1164938" cy="389471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1" name="Rectangle: Rounded Corners 69">
              <a:extLst>
                <a:ext uri="{FF2B5EF4-FFF2-40B4-BE49-F238E27FC236}">
                  <a16:creationId xmlns:a16="http://schemas.microsoft.com/office/drawing/2014/main" id="{A807D181-1365-4860-BB49-7CC9038429A1}"/>
                </a:ext>
              </a:extLst>
            </p:cNvPr>
            <p:cNvSpPr/>
            <p:nvPr/>
          </p:nvSpPr>
          <p:spPr>
            <a:xfrm>
              <a:off x="4635945" y="1701660"/>
              <a:ext cx="1894274" cy="3754274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>
              <a:noFill/>
            </a:ln>
            <a:effectLst>
              <a:outerShdw blurRad="177800" dist="50800" dir="2700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2" name="Объект 20">
              <a:extLst>
                <a:ext uri="{FF2B5EF4-FFF2-40B4-BE49-F238E27FC236}">
                  <a16:creationId xmlns:a16="http://schemas.microsoft.com/office/drawing/2014/main" id="{39308DEB-F09C-4B37-9518-E7C351508473}"/>
                </a:ext>
              </a:extLst>
            </p:cNvPr>
            <p:cNvSpPr txBox="1">
              <a:spLocks/>
            </p:cNvSpPr>
            <p:nvPr/>
          </p:nvSpPr>
          <p:spPr>
            <a:xfrm>
              <a:off x="5519550" y="3649015"/>
              <a:ext cx="2006189" cy="26687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dirty="0"/>
            </a:p>
          </p:txBody>
        </p:sp>
      </p:grpSp>
      <p:sp>
        <p:nvSpPr>
          <p:cNvPr id="93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640148" y="2451542"/>
            <a:ext cx="163286" cy="135464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96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34618" y="3805552"/>
            <a:ext cx="163286" cy="135464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97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20893" y="3486060"/>
            <a:ext cx="163286" cy="135464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A868553-5A3E-4B45-9D93-06986554DBC2}"/>
              </a:ext>
            </a:extLst>
          </p:cNvPr>
          <p:cNvSpPr txBox="1"/>
          <p:nvPr/>
        </p:nvSpPr>
        <p:spPr>
          <a:xfrm>
            <a:off x="6773385" y="1409267"/>
            <a:ext cx="5672426" cy="3313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Управление услугой в зависимости 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    от канала: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      Абонент </a:t>
            </a:r>
            <a:r>
              <a:rPr lang="en-US" dirty="0"/>
              <a:t>t2- </a:t>
            </a:r>
            <a:r>
              <a:rPr lang="ru-RU" dirty="0"/>
              <a:t>приложение «Мой </a:t>
            </a:r>
            <a:r>
              <a:rPr lang="en-US" dirty="0"/>
              <a:t>t2</a:t>
            </a:r>
            <a:r>
              <a:rPr lang="ru-RU" dirty="0"/>
              <a:t>»   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      Абонент РТК- приложение и ЛК «ВН»</a:t>
            </a:r>
          </a:p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Продажа в полный чек и через </a:t>
            </a:r>
            <a:r>
              <a:rPr lang="en-US" dirty="0"/>
              <a:t>BNPL</a:t>
            </a:r>
            <a:r>
              <a:rPr lang="ru-RU" dirty="0"/>
              <a:t> (без рассрочки РТК)</a:t>
            </a:r>
          </a:p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Самовывоз из точки (</a:t>
            </a:r>
            <a:r>
              <a:rPr lang="en-US" dirty="0"/>
              <a:t>t2</a:t>
            </a:r>
            <a:r>
              <a:rPr lang="ru-RU" dirty="0"/>
              <a:t>) или </a:t>
            </a:r>
            <a:endParaRPr lang="en-US" dirty="0"/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en-US" dirty="0"/>
              <a:t>    </a:t>
            </a:r>
            <a:r>
              <a:rPr lang="ru-RU" dirty="0"/>
              <a:t>доставка по существующим каналам РТК</a:t>
            </a:r>
          </a:p>
          <a:p>
            <a:pPr marL="216000" indent="-216000"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ru-RU" dirty="0"/>
              <a:t>Курьерская доставка (партнеры </a:t>
            </a:r>
            <a:r>
              <a:rPr lang="en-US" dirty="0"/>
              <a:t>t2</a:t>
            </a:r>
            <a:r>
              <a:rPr lang="ru-RU" dirty="0"/>
              <a:t>)</a:t>
            </a:r>
          </a:p>
          <a:p>
            <a:pPr>
              <a:lnSpc>
                <a:spcPct val="90000"/>
              </a:lnSpc>
              <a:spcAft>
                <a:spcPts val="800"/>
              </a:spcAft>
              <a:buClr>
                <a:schemeClr val="accent1"/>
              </a:buClr>
            </a:pPr>
            <a:endParaRPr lang="ru-RU" dirty="0"/>
          </a:p>
        </p:txBody>
      </p:sp>
      <p:sp>
        <p:nvSpPr>
          <p:cNvPr id="105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6903540" y="2065047"/>
            <a:ext cx="135213" cy="135465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06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6903540" y="2398739"/>
            <a:ext cx="135213" cy="120826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26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639250" y="2781028"/>
            <a:ext cx="163286" cy="135464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140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ACF7-807C-45AA-7243-055A29C1A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Овал 27">
            <a:extLst>
              <a:ext uri="{FF2B5EF4-FFF2-40B4-BE49-F238E27FC236}">
                <a16:creationId xmlns:a16="http://schemas.microsoft.com/office/drawing/2014/main" id="{1F4CDA58-A280-C4F8-5B4B-A14FFC6299BB}"/>
              </a:ext>
            </a:extLst>
          </p:cNvPr>
          <p:cNvSpPr/>
          <p:nvPr/>
        </p:nvSpPr>
        <p:spPr>
          <a:xfrm>
            <a:off x="10656986" y="-2203278"/>
            <a:ext cx="6121870" cy="6121870"/>
          </a:xfrm>
          <a:prstGeom prst="ellipse">
            <a:avLst/>
          </a:prstGeom>
          <a:gradFill flip="none" rotWithShape="1">
            <a:gsLst>
              <a:gs pos="97872">
                <a:schemeClr val="accent2">
                  <a:alpha val="0"/>
                </a:schemeClr>
              </a:gs>
              <a:gs pos="0">
                <a:schemeClr val="accent2">
                  <a:alpha val="4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F09FD3A1-6B97-A663-2040-83BD862AF3E1}"/>
              </a:ext>
            </a:extLst>
          </p:cNvPr>
          <p:cNvSpPr/>
          <p:nvPr/>
        </p:nvSpPr>
        <p:spPr>
          <a:xfrm>
            <a:off x="6416243" y="-5230989"/>
            <a:ext cx="7435514" cy="7435514"/>
          </a:xfrm>
          <a:prstGeom prst="ellipse">
            <a:avLst/>
          </a:prstGeom>
          <a:gradFill flip="none" rotWithShape="1">
            <a:gsLst>
              <a:gs pos="97872">
                <a:schemeClr val="accent1">
                  <a:alpha val="0"/>
                </a:schemeClr>
              </a:gs>
              <a:gs pos="0">
                <a:schemeClr val="accent1">
                  <a:alpha val="3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168C7804-13DD-3140-10E0-7323EA5322BB}"/>
              </a:ext>
            </a:extLst>
          </p:cNvPr>
          <p:cNvSpPr/>
          <p:nvPr/>
        </p:nvSpPr>
        <p:spPr>
          <a:xfrm>
            <a:off x="-3991100" y="-476108"/>
            <a:ext cx="5164223" cy="5164223"/>
          </a:xfrm>
          <a:prstGeom prst="ellipse">
            <a:avLst/>
          </a:prstGeom>
          <a:gradFill flip="none" rotWithShape="1">
            <a:gsLst>
              <a:gs pos="97872">
                <a:schemeClr val="accent1">
                  <a:alpha val="0"/>
                </a:schemeClr>
              </a:gs>
              <a:gs pos="0">
                <a:schemeClr val="accent1">
                  <a:alpha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57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38455-A9A6-543E-2D28-8BFE6347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Видение кластерного продукта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3633ACB-29BF-4C29-8A74-B03FB51CA1EB}"/>
              </a:ext>
            </a:extLst>
          </p:cNvPr>
          <p:cNvGrpSpPr/>
          <p:nvPr userDrawn="1"/>
        </p:nvGrpSpPr>
        <p:grpSpPr>
          <a:xfrm>
            <a:off x="-73071" y="5212598"/>
            <a:ext cx="12352174" cy="1702818"/>
            <a:chOff x="-73070" y="5155182"/>
            <a:chExt cx="12352174" cy="1702818"/>
          </a:xfrm>
        </p:grpSpPr>
        <p:sp>
          <p:nvSpPr>
            <p:cNvPr id="38" name="Прямоугольный треугольник 37">
              <a:extLst>
                <a:ext uri="{FF2B5EF4-FFF2-40B4-BE49-F238E27FC236}">
                  <a16:creationId xmlns:a16="http://schemas.microsoft.com/office/drawing/2014/main" id="{4B79DFB5-09FE-4B81-ACA5-EF8C923293C1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5B7CE609-B447-41FC-8541-3A9491197660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53C1DCD0-CFE5-42B4-967E-BA71BE758672}"/>
              </a:ext>
            </a:extLst>
          </p:cNvPr>
          <p:cNvSpPr txBox="1"/>
          <p:nvPr/>
        </p:nvSpPr>
        <p:spPr>
          <a:xfrm>
            <a:off x="333869" y="3087240"/>
            <a:ext cx="3790403" cy="78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ru-RU" sz="2400" b="1" dirty="0">
              <a:solidFill>
                <a:schemeClr val="accent1"/>
              </a:solidFill>
            </a:endParaRPr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94B6FA87-5436-43F6-BA5E-2186D6F170EC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961690" y="1785025"/>
            <a:ext cx="271" cy="2111680"/>
          </a:xfrm>
          <a:prstGeom prst="line">
            <a:avLst/>
          </a:prstGeom>
          <a:ln w="9525" cap="sq">
            <a:headEnd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4D71B524-E2A8-49CB-9EF0-DE27518911F3}"/>
              </a:ext>
            </a:extLst>
          </p:cNvPr>
          <p:cNvGrpSpPr/>
          <p:nvPr/>
        </p:nvGrpSpPr>
        <p:grpSpPr>
          <a:xfrm>
            <a:off x="721931" y="3896705"/>
            <a:ext cx="480060" cy="480060"/>
            <a:chOff x="428174" y="3616307"/>
            <a:chExt cx="480060" cy="480060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0C9DBF2E-F1C3-4AF5-89B9-EEEDE92074B4}"/>
                </a:ext>
              </a:extLst>
            </p:cNvPr>
            <p:cNvSpPr/>
            <p:nvPr/>
          </p:nvSpPr>
          <p:spPr>
            <a:xfrm>
              <a:off x="428174" y="3616307"/>
              <a:ext cx="480060" cy="4800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E0989C8-F5C3-41A6-8813-1D3D5BA34475}"/>
                </a:ext>
              </a:extLst>
            </p:cNvPr>
            <p:cNvSpPr txBox="1"/>
            <p:nvPr/>
          </p:nvSpPr>
          <p:spPr>
            <a:xfrm>
              <a:off x="595267" y="3699663"/>
              <a:ext cx="145874" cy="3323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800"/>
                </a:spcAft>
              </a:pPr>
              <a:r>
                <a:rPr lang="ru-RU" sz="2400" b="1" dirty="0">
                  <a:solidFill>
                    <a:schemeClr val="accent1"/>
                  </a:solidFill>
                </a:rPr>
                <a:t>1</a:t>
              </a:r>
            </a:p>
          </p:txBody>
        </p:sp>
      </p:grpSp>
      <p:sp>
        <p:nvSpPr>
          <p:cNvPr id="70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04209" y="1885394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71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04209" y="2220754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72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14788" y="2585540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73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14788" y="2920900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74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22483" y="3308536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86" name="Полилиния: фигура 54">
            <a:extLst>
              <a:ext uri="{FF2B5EF4-FFF2-40B4-BE49-F238E27FC236}">
                <a16:creationId xmlns:a16="http://schemas.microsoft.com/office/drawing/2014/main" id="{A5A3464A-3A9B-4D1C-B9A1-75A21A52400F}"/>
              </a:ext>
            </a:extLst>
          </p:cNvPr>
          <p:cNvSpPr/>
          <p:nvPr/>
        </p:nvSpPr>
        <p:spPr>
          <a:xfrm rot="21134156">
            <a:off x="-33915" y="4946399"/>
            <a:ext cx="12216762" cy="1020897"/>
          </a:xfrm>
          <a:custGeom>
            <a:avLst/>
            <a:gdLst>
              <a:gd name="connsiteX0" fmla="*/ 11174943 w 11866463"/>
              <a:gd name="connsiteY0" fmla="*/ 0 h 1020897"/>
              <a:gd name="connsiteX1" fmla="*/ 11866463 w 11866463"/>
              <a:gd name="connsiteY1" fmla="*/ 508441 h 1020897"/>
              <a:gd name="connsiteX2" fmla="*/ 11177913 w 11866463"/>
              <a:gd name="connsiteY2" fmla="*/ 1020897 h 1020897"/>
              <a:gd name="connsiteX3" fmla="*/ 11176933 w 11866463"/>
              <a:gd name="connsiteY3" fmla="*/ 684358 h 1020897"/>
              <a:gd name="connsiteX4" fmla="*/ 4942393 w 11866463"/>
              <a:gd name="connsiteY4" fmla="*/ 684358 h 1020897"/>
              <a:gd name="connsiteX5" fmla="*/ 5175025 w 11866463"/>
              <a:gd name="connsiteY5" fmla="*/ 373443 h 1020897"/>
              <a:gd name="connsiteX6" fmla="*/ 0 w 11866463"/>
              <a:gd name="connsiteY6" fmla="*/ 373443 h 1020897"/>
              <a:gd name="connsiteX7" fmla="*/ 47268 w 11866463"/>
              <a:gd name="connsiteY7" fmla="*/ 26767 h 1020897"/>
              <a:gd name="connsiteX8" fmla="*/ 5791008 w 11866463"/>
              <a:gd name="connsiteY8" fmla="*/ 26767 h 1020897"/>
              <a:gd name="connsiteX9" fmla="*/ 5558375 w 11866463"/>
              <a:gd name="connsiteY9" fmla="*/ 337682 h 1020897"/>
              <a:gd name="connsiteX10" fmla="*/ 11175925 w 11866463"/>
              <a:gd name="connsiteY10" fmla="*/ 337682 h 102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6463" h="1020897">
                <a:moveTo>
                  <a:pt x="11174943" y="0"/>
                </a:moveTo>
                <a:lnTo>
                  <a:pt x="11866463" y="508441"/>
                </a:lnTo>
                <a:lnTo>
                  <a:pt x="11177913" y="1020897"/>
                </a:lnTo>
                <a:lnTo>
                  <a:pt x="11176933" y="684358"/>
                </a:lnTo>
                <a:lnTo>
                  <a:pt x="4942393" y="684358"/>
                </a:lnTo>
                <a:lnTo>
                  <a:pt x="5175025" y="373443"/>
                </a:lnTo>
                <a:lnTo>
                  <a:pt x="0" y="373443"/>
                </a:lnTo>
                <a:lnTo>
                  <a:pt x="47268" y="26767"/>
                </a:lnTo>
                <a:lnTo>
                  <a:pt x="5791008" y="26767"/>
                </a:lnTo>
                <a:lnTo>
                  <a:pt x="5558375" y="337682"/>
                </a:lnTo>
                <a:lnTo>
                  <a:pt x="11175925" y="337682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7" name="Рисунок 8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202" y="1095442"/>
            <a:ext cx="3596906" cy="2985498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67AB2D5A-72EA-4F9D-9B32-2096678BAD51}"/>
              </a:ext>
            </a:extLst>
          </p:cNvPr>
          <p:cNvSpPr txBox="1"/>
          <p:nvPr/>
        </p:nvSpPr>
        <p:spPr>
          <a:xfrm>
            <a:off x="1540005" y="1287929"/>
            <a:ext cx="2833847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r>
              <a:rPr lang="ru-RU" sz="2400" b="1" dirty="0">
                <a:solidFill>
                  <a:schemeClr val="accent1"/>
                </a:solidFill>
              </a:rPr>
              <a:t>Первая фаза</a:t>
            </a:r>
          </a:p>
        </p:txBody>
      </p:sp>
      <p:sp>
        <p:nvSpPr>
          <p:cNvPr id="89" name="Прямоугольник 88"/>
          <p:cNvSpPr/>
          <p:nvPr/>
        </p:nvSpPr>
        <p:spPr>
          <a:xfrm>
            <a:off x="1456218" y="1730477"/>
            <a:ext cx="5095666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Создание кластерного продукта</a:t>
            </a:r>
            <a:endParaRPr lang="en-US" dirty="0"/>
          </a:p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Интеграция </a:t>
            </a:r>
            <a:r>
              <a:rPr lang="en-US" dirty="0"/>
              <a:t>t2 </a:t>
            </a:r>
            <a:r>
              <a:rPr lang="ru-RU" dirty="0"/>
              <a:t>с платформой ВН</a:t>
            </a:r>
          </a:p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Переход на единый </a:t>
            </a:r>
            <a:r>
              <a:rPr lang="ru-RU" dirty="0" err="1"/>
              <a:t>биллинг</a:t>
            </a:r>
            <a:r>
              <a:rPr lang="ru-RU" dirty="0"/>
              <a:t> </a:t>
            </a:r>
            <a:r>
              <a:rPr lang="en-US" dirty="0"/>
              <a:t>t2</a:t>
            </a:r>
          </a:p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Продажа камер за полную стоимость</a:t>
            </a:r>
          </a:p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dirty="0"/>
              <a:t>Запуск </a:t>
            </a:r>
            <a:r>
              <a:rPr lang="en-US" dirty="0"/>
              <a:t>BNPL</a:t>
            </a:r>
            <a:r>
              <a:rPr lang="ru-RU" dirty="0"/>
              <a:t> от банка для РТК</a:t>
            </a:r>
          </a:p>
        </p:txBody>
      </p:sp>
    </p:spTree>
    <p:extLst>
      <p:ext uri="{BB962C8B-B14F-4D97-AF65-F5344CB8AC3E}">
        <p14:creationId xmlns:p14="http://schemas.microsoft.com/office/powerpoint/2010/main" val="2945758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ACF7-807C-45AA-7243-055A29C1A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Овал 27">
            <a:extLst>
              <a:ext uri="{FF2B5EF4-FFF2-40B4-BE49-F238E27FC236}">
                <a16:creationId xmlns:a16="http://schemas.microsoft.com/office/drawing/2014/main" id="{1F4CDA58-A280-C4F8-5B4B-A14FFC6299BB}"/>
              </a:ext>
            </a:extLst>
          </p:cNvPr>
          <p:cNvSpPr/>
          <p:nvPr/>
        </p:nvSpPr>
        <p:spPr>
          <a:xfrm>
            <a:off x="10656986" y="-2203278"/>
            <a:ext cx="6121870" cy="6121870"/>
          </a:xfrm>
          <a:prstGeom prst="ellipse">
            <a:avLst/>
          </a:prstGeom>
          <a:gradFill flip="none" rotWithShape="1">
            <a:gsLst>
              <a:gs pos="97872">
                <a:schemeClr val="accent2">
                  <a:alpha val="0"/>
                </a:schemeClr>
              </a:gs>
              <a:gs pos="0">
                <a:schemeClr val="accent2">
                  <a:alpha val="4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F09FD3A1-6B97-A663-2040-83BD862AF3E1}"/>
              </a:ext>
            </a:extLst>
          </p:cNvPr>
          <p:cNvSpPr/>
          <p:nvPr/>
        </p:nvSpPr>
        <p:spPr>
          <a:xfrm>
            <a:off x="6416243" y="-5230989"/>
            <a:ext cx="7435514" cy="7435514"/>
          </a:xfrm>
          <a:prstGeom prst="ellipse">
            <a:avLst/>
          </a:prstGeom>
          <a:gradFill flip="none" rotWithShape="1">
            <a:gsLst>
              <a:gs pos="97872">
                <a:schemeClr val="accent1">
                  <a:alpha val="0"/>
                </a:schemeClr>
              </a:gs>
              <a:gs pos="0">
                <a:schemeClr val="accent1">
                  <a:alpha val="3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168C7804-13DD-3140-10E0-7323EA5322BB}"/>
              </a:ext>
            </a:extLst>
          </p:cNvPr>
          <p:cNvSpPr/>
          <p:nvPr/>
        </p:nvSpPr>
        <p:spPr>
          <a:xfrm>
            <a:off x="-3991100" y="-476108"/>
            <a:ext cx="5164223" cy="5164223"/>
          </a:xfrm>
          <a:prstGeom prst="ellipse">
            <a:avLst/>
          </a:prstGeom>
          <a:gradFill flip="none" rotWithShape="1">
            <a:gsLst>
              <a:gs pos="97872">
                <a:schemeClr val="accent1">
                  <a:alpha val="0"/>
                </a:schemeClr>
              </a:gs>
              <a:gs pos="0">
                <a:schemeClr val="accent1">
                  <a:alpha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57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38455-A9A6-543E-2D28-8BFE6347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Развитие кластерного продукта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3633ACB-29BF-4C29-8A74-B03FB51CA1EB}"/>
              </a:ext>
            </a:extLst>
          </p:cNvPr>
          <p:cNvGrpSpPr/>
          <p:nvPr userDrawn="1"/>
        </p:nvGrpSpPr>
        <p:grpSpPr>
          <a:xfrm>
            <a:off x="-73071" y="5212598"/>
            <a:ext cx="12352174" cy="1702818"/>
            <a:chOff x="-73070" y="5155182"/>
            <a:chExt cx="12352174" cy="1702818"/>
          </a:xfrm>
        </p:grpSpPr>
        <p:sp>
          <p:nvSpPr>
            <p:cNvPr id="38" name="Прямоугольный треугольник 37">
              <a:extLst>
                <a:ext uri="{FF2B5EF4-FFF2-40B4-BE49-F238E27FC236}">
                  <a16:creationId xmlns:a16="http://schemas.microsoft.com/office/drawing/2014/main" id="{4B79DFB5-09FE-4B81-ACA5-EF8C923293C1}"/>
                </a:ext>
              </a:extLst>
            </p:cNvPr>
            <p:cNvSpPr/>
            <p:nvPr userDrawn="1"/>
          </p:nvSpPr>
          <p:spPr>
            <a:xfrm flipH="1">
              <a:off x="-60871" y="5155182"/>
              <a:ext cx="12252871" cy="1702818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5B7CE609-B447-41FC-8541-3A9491197660}"/>
                </a:ext>
              </a:extLst>
            </p:cNvPr>
            <p:cNvSpPr/>
            <p:nvPr userDrawn="1"/>
          </p:nvSpPr>
          <p:spPr>
            <a:xfrm rot="21134156">
              <a:off x="-73070" y="5673236"/>
              <a:ext cx="12352174" cy="657591"/>
            </a:xfrm>
            <a:custGeom>
              <a:avLst/>
              <a:gdLst>
                <a:gd name="connsiteX0" fmla="*/ 12352174 w 12352174"/>
                <a:gd name="connsiteY0" fmla="*/ 310915 h 657591"/>
                <a:gd name="connsiteX1" fmla="*/ 12304906 w 12352174"/>
                <a:gd name="connsiteY1" fmla="*/ 657591 h 657591"/>
                <a:gd name="connsiteX2" fmla="*/ 4942393 w 12352174"/>
                <a:gd name="connsiteY2" fmla="*/ 657591 h 657591"/>
                <a:gd name="connsiteX3" fmla="*/ 5175025 w 12352174"/>
                <a:gd name="connsiteY3" fmla="*/ 346676 h 657591"/>
                <a:gd name="connsiteX4" fmla="*/ 0 w 12352174"/>
                <a:gd name="connsiteY4" fmla="*/ 346676 h 657591"/>
                <a:gd name="connsiteX5" fmla="*/ 47268 w 12352174"/>
                <a:gd name="connsiteY5" fmla="*/ 0 h 657591"/>
                <a:gd name="connsiteX6" fmla="*/ 5791008 w 12352174"/>
                <a:gd name="connsiteY6" fmla="*/ 0 h 657591"/>
                <a:gd name="connsiteX7" fmla="*/ 5558375 w 12352174"/>
                <a:gd name="connsiteY7" fmla="*/ 310915 h 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52174" h="657591">
                  <a:moveTo>
                    <a:pt x="12352174" y="310915"/>
                  </a:moveTo>
                  <a:lnTo>
                    <a:pt x="12304906" y="657591"/>
                  </a:lnTo>
                  <a:lnTo>
                    <a:pt x="4942393" y="657591"/>
                  </a:lnTo>
                  <a:lnTo>
                    <a:pt x="5175025" y="346676"/>
                  </a:lnTo>
                  <a:lnTo>
                    <a:pt x="0" y="346676"/>
                  </a:lnTo>
                  <a:lnTo>
                    <a:pt x="47268" y="0"/>
                  </a:lnTo>
                  <a:lnTo>
                    <a:pt x="5791008" y="0"/>
                  </a:lnTo>
                  <a:lnTo>
                    <a:pt x="5558375" y="31091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5" name="Прямая соединительная линия 94">
            <a:extLst>
              <a:ext uri="{FF2B5EF4-FFF2-40B4-BE49-F238E27FC236}">
                <a16:creationId xmlns:a16="http://schemas.microsoft.com/office/drawing/2014/main" id="{94B6FA87-5436-43F6-BA5E-2186D6F170EC}"/>
              </a:ext>
            </a:extLst>
          </p:cNvPr>
          <p:cNvCxnSpPr>
            <a:cxnSpLocks/>
            <a:stCxn id="98" idx="0"/>
          </p:cNvCxnSpPr>
          <p:nvPr/>
        </p:nvCxnSpPr>
        <p:spPr>
          <a:xfrm flipH="1" flipV="1">
            <a:off x="6729423" y="1791094"/>
            <a:ext cx="271" cy="2111680"/>
          </a:xfrm>
          <a:prstGeom prst="line">
            <a:avLst/>
          </a:prstGeom>
          <a:ln w="9525" cap="sq">
            <a:headEnd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4D71B524-E2A8-49CB-9EF0-DE27518911F3}"/>
              </a:ext>
            </a:extLst>
          </p:cNvPr>
          <p:cNvGrpSpPr/>
          <p:nvPr/>
        </p:nvGrpSpPr>
        <p:grpSpPr>
          <a:xfrm>
            <a:off x="6489664" y="3902774"/>
            <a:ext cx="480060" cy="480060"/>
            <a:chOff x="428174" y="3616307"/>
            <a:chExt cx="480060" cy="480060"/>
          </a:xfrm>
        </p:grpSpPr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0C9DBF2E-F1C3-4AF5-89B9-EEEDE92074B4}"/>
                </a:ext>
              </a:extLst>
            </p:cNvPr>
            <p:cNvSpPr/>
            <p:nvPr/>
          </p:nvSpPr>
          <p:spPr>
            <a:xfrm>
              <a:off x="428174" y="3616307"/>
              <a:ext cx="480060" cy="4800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E0989C8-F5C3-41A6-8813-1D3D5BA34475}"/>
                </a:ext>
              </a:extLst>
            </p:cNvPr>
            <p:cNvSpPr txBox="1"/>
            <p:nvPr/>
          </p:nvSpPr>
          <p:spPr>
            <a:xfrm>
              <a:off x="583245" y="3699663"/>
              <a:ext cx="169919" cy="3323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800"/>
                </a:spcAft>
              </a:pPr>
              <a:r>
                <a:rPr lang="ru-RU" sz="2400" b="1" dirty="0">
                  <a:solidFill>
                    <a:schemeClr val="accent1"/>
                  </a:solidFill>
                </a:rPr>
                <a:t>3</a:t>
              </a:r>
            </a:p>
          </p:txBody>
        </p:sp>
      </p:grpSp>
      <p:sp>
        <p:nvSpPr>
          <p:cNvPr id="105" name="Объект 2">
            <a:extLst>
              <a:ext uri="{FF2B5EF4-FFF2-40B4-BE49-F238E27FC236}">
                <a16:creationId xmlns:a16="http://schemas.microsoft.com/office/drawing/2014/main" id="{B7B3D614-A37C-49EB-9C4B-C73A0A29E5B2}"/>
              </a:ext>
            </a:extLst>
          </p:cNvPr>
          <p:cNvSpPr txBox="1">
            <a:spLocks/>
          </p:cNvSpPr>
          <p:nvPr/>
        </p:nvSpPr>
        <p:spPr>
          <a:xfrm>
            <a:off x="7398870" y="1806384"/>
            <a:ext cx="4294601" cy="2859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800"/>
              </a:spcAft>
              <a:buClr>
                <a:schemeClr val="accent1"/>
              </a:buClr>
              <a:buNone/>
            </a:pPr>
            <a:r>
              <a:rPr lang="ru-RU" dirty="0"/>
              <a:t>Интеграция с </a:t>
            </a:r>
            <a:r>
              <a:rPr lang="en-US" dirty="0"/>
              <a:t>profi.ru</a:t>
            </a:r>
            <a:endParaRPr lang="ru-RU" dirty="0"/>
          </a:p>
          <a:p>
            <a:pPr marL="0" indent="0">
              <a:spcAft>
                <a:spcPts val="800"/>
              </a:spcAft>
              <a:buClr>
                <a:schemeClr val="accent1"/>
              </a:buClr>
              <a:buNone/>
            </a:pPr>
            <a:r>
              <a:rPr lang="ru-RU" dirty="0" err="1"/>
              <a:t>Допродажа</a:t>
            </a:r>
            <a:r>
              <a:rPr lang="ru-RU" dirty="0"/>
              <a:t> трафика для мобильного ВН абонентам </a:t>
            </a:r>
            <a:r>
              <a:rPr lang="en-US" dirty="0"/>
              <a:t>t2</a:t>
            </a:r>
          </a:p>
          <a:p>
            <a:pPr marL="0" indent="0">
              <a:spcAft>
                <a:spcPts val="800"/>
              </a:spcAft>
              <a:buClr>
                <a:schemeClr val="accent1"/>
              </a:buClr>
              <a:buNone/>
            </a:pPr>
            <a:r>
              <a:rPr lang="ru-RU" dirty="0"/>
              <a:t>Вхождение в партнерские подписки (</a:t>
            </a:r>
            <a:r>
              <a:rPr lang="en-US" dirty="0" err="1"/>
              <a:t>Ozon</a:t>
            </a:r>
            <a:r>
              <a:rPr lang="en-US" dirty="0"/>
              <a:t> Premium, WB </a:t>
            </a:r>
            <a:r>
              <a:rPr lang="ru-RU" dirty="0"/>
              <a:t>клуб</a:t>
            </a:r>
            <a:r>
              <a:rPr lang="en-US" dirty="0"/>
              <a:t>)</a:t>
            </a:r>
            <a:endParaRPr lang="ru-RU" dirty="0"/>
          </a:p>
          <a:p>
            <a:pPr marL="0" indent="0">
              <a:spcAft>
                <a:spcPts val="800"/>
              </a:spcAft>
              <a:buClr>
                <a:schemeClr val="accent1"/>
              </a:buClr>
              <a:buNone/>
            </a:pPr>
            <a:r>
              <a:rPr lang="en-US" dirty="0"/>
              <a:t>AB</a:t>
            </a:r>
            <a:r>
              <a:rPr lang="ru-RU" dirty="0"/>
              <a:t>-тесты тарифов</a:t>
            </a:r>
          </a:p>
          <a:p>
            <a:pPr marL="0" indent="0">
              <a:spcAft>
                <a:spcPts val="800"/>
              </a:spcAft>
              <a:buClr>
                <a:schemeClr val="accent1"/>
              </a:buClr>
              <a:buNone/>
            </a:pPr>
            <a:r>
              <a:rPr lang="ru-RU" dirty="0"/>
              <a:t>Выход на рынок СНГ</a:t>
            </a:r>
          </a:p>
          <a:p>
            <a:pPr marL="0" indent="0">
              <a:spcAft>
                <a:spcPts val="800"/>
              </a:spcAft>
              <a:buClr>
                <a:schemeClr val="accent1"/>
              </a:buClr>
              <a:buNone/>
            </a:pPr>
            <a:r>
              <a:rPr lang="ru-RU" dirty="0"/>
              <a:t>Реферальная программа</a:t>
            </a:r>
          </a:p>
          <a:p>
            <a:pPr marL="0" indent="0">
              <a:spcAft>
                <a:spcPts val="800"/>
              </a:spcAft>
              <a:buClr>
                <a:schemeClr val="accent1"/>
              </a:buClr>
              <a:buNone/>
            </a:pPr>
            <a:r>
              <a:rPr lang="ru-RU" dirty="0"/>
              <a:t>Запуск </a:t>
            </a:r>
            <a:r>
              <a:rPr lang="en-US" dirty="0"/>
              <a:t>BNPL</a:t>
            </a:r>
            <a:r>
              <a:rPr lang="ru-RU" dirty="0"/>
              <a:t> от банка для </a:t>
            </a:r>
            <a:r>
              <a:rPr lang="en-US" dirty="0"/>
              <a:t>t2</a:t>
            </a:r>
            <a:r>
              <a:rPr lang="ru-RU" dirty="0"/>
              <a:t> </a:t>
            </a:r>
          </a:p>
        </p:txBody>
      </p:sp>
      <p:sp>
        <p:nvSpPr>
          <p:cNvPr id="106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063629" y="1846477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07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054492" y="2202639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08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054492" y="2772583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09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081301" y="3393792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10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081301" y="3732596"/>
            <a:ext cx="241336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3C1DCD0-CFE5-42B4-967E-BA71BE758672}"/>
              </a:ext>
            </a:extLst>
          </p:cNvPr>
          <p:cNvSpPr txBox="1"/>
          <p:nvPr/>
        </p:nvSpPr>
        <p:spPr>
          <a:xfrm>
            <a:off x="7067180" y="1259563"/>
            <a:ext cx="2538505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r>
              <a:rPr lang="ru-RU" sz="2400" b="1" dirty="0">
                <a:solidFill>
                  <a:schemeClr val="accent1"/>
                </a:solidFill>
              </a:rPr>
              <a:t>    Третья фаза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7AB2D5A-72EA-4F9D-9B32-2096678BAD51}"/>
              </a:ext>
            </a:extLst>
          </p:cNvPr>
          <p:cNvSpPr txBox="1"/>
          <p:nvPr/>
        </p:nvSpPr>
        <p:spPr>
          <a:xfrm>
            <a:off x="1540005" y="1287929"/>
            <a:ext cx="2833847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r>
              <a:rPr lang="ru-RU" sz="2400" b="1" dirty="0">
                <a:solidFill>
                  <a:schemeClr val="accent1"/>
                </a:solidFill>
              </a:rPr>
              <a:t>Вторая фаза</a:t>
            </a:r>
          </a:p>
        </p:txBody>
      </p:sp>
      <p:grpSp>
        <p:nvGrpSpPr>
          <p:cNvPr id="114" name="Группа 113">
            <a:extLst>
              <a:ext uri="{FF2B5EF4-FFF2-40B4-BE49-F238E27FC236}">
                <a16:creationId xmlns:a16="http://schemas.microsoft.com/office/drawing/2014/main" id="{AFE28BA5-2EBB-4832-9A44-95A0ED3185AC}"/>
              </a:ext>
            </a:extLst>
          </p:cNvPr>
          <p:cNvGrpSpPr/>
          <p:nvPr/>
        </p:nvGrpSpPr>
        <p:grpSpPr>
          <a:xfrm>
            <a:off x="465258" y="4867016"/>
            <a:ext cx="480060" cy="480060"/>
            <a:chOff x="428174" y="3616307"/>
            <a:chExt cx="480060" cy="480060"/>
          </a:xfrm>
        </p:grpSpPr>
        <p:sp>
          <p:nvSpPr>
            <p:cNvPr id="115" name="Овал 114">
              <a:extLst>
                <a:ext uri="{FF2B5EF4-FFF2-40B4-BE49-F238E27FC236}">
                  <a16:creationId xmlns:a16="http://schemas.microsoft.com/office/drawing/2014/main" id="{0012A6A5-10D8-4025-AED1-C884715203DA}"/>
                </a:ext>
              </a:extLst>
            </p:cNvPr>
            <p:cNvSpPr/>
            <p:nvPr/>
          </p:nvSpPr>
          <p:spPr>
            <a:xfrm>
              <a:off x="428174" y="3616307"/>
              <a:ext cx="480060" cy="4800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>
              <a:outerShdw blurRad="177800" dist="50800" dir="2700000" algn="tl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1"/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7C3A7D3-666A-4B4E-9C49-14159C47E3CE}"/>
                </a:ext>
              </a:extLst>
            </p:cNvPr>
            <p:cNvSpPr txBox="1"/>
            <p:nvPr/>
          </p:nvSpPr>
          <p:spPr>
            <a:xfrm>
              <a:off x="586451" y="3699663"/>
              <a:ext cx="163507" cy="3323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800"/>
                </a:spcAft>
              </a:pPr>
              <a:r>
                <a:rPr lang="ru-RU" sz="2400" b="1" dirty="0">
                  <a:solidFill>
                    <a:schemeClr val="accent1"/>
                  </a:solidFill>
                </a:rPr>
                <a:t>2</a:t>
              </a:r>
            </a:p>
          </p:txBody>
        </p:sp>
      </p:grpSp>
      <p:sp>
        <p:nvSpPr>
          <p:cNvPr id="117" name="Прямоугольник 116"/>
          <p:cNvSpPr/>
          <p:nvPr/>
        </p:nvSpPr>
        <p:spPr>
          <a:xfrm>
            <a:off x="1456218" y="1730477"/>
            <a:ext cx="4185488" cy="3029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sz="1750" dirty="0"/>
              <a:t>Продажа камер в рассрочку от </a:t>
            </a:r>
            <a:r>
              <a:rPr lang="en-US" sz="1750" dirty="0"/>
              <a:t>t2</a:t>
            </a:r>
            <a:endParaRPr lang="ru-RU" sz="1750" dirty="0"/>
          </a:p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sz="1750" dirty="0"/>
              <a:t>Курьерская доставка, переход на РТК </a:t>
            </a:r>
          </a:p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sz="1750" dirty="0"/>
              <a:t>Совместная продажа ВН+ШПД           в базу </a:t>
            </a:r>
            <a:r>
              <a:rPr lang="en-US" sz="1750" dirty="0"/>
              <a:t>t2</a:t>
            </a:r>
            <a:endParaRPr lang="ru-RU" sz="1750" dirty="0"/>
          </a:p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sz="1750" dirty="0"/>
              <a:t>Интеграция новых способов оплат в приложение ВН – </a:t>
            </a:r>
            <a:r>
              <a:rPr lang="en-US" sz="1750" dirty="0" err="1"/>
              <a:t>SberPay</a:t>
            </a:r>
            <a:r>
              <a:rPr lang="en-US" sz="1750" dirty="0"/>
              <a:t>, </a:t>
            </a:r>
            <a:r>
              <a:rPr lang="ru-RU" sz="1750" dirty="0"/>
              <a:t>бонусы </a:t>
            </a:r>
            <a:r>
              <a:rPr lang="en-US" sz="1750" dirty="0"/>
              <a:t>C</a:t>
            </a:r>
            <a:r>
              <a:rPr lang="ru-RU" sz="1750" dirty="0" err="1"/>
              <a:t>пасибо</a:t>
            </a:r>
            <a:r>
              <a:rPr lang="en-US" sz="1750" dirty="0"/>
              <a:t>, </a:t>
            </a:r>
            <a:r>
              <a:rPr lang="ru-RU" sz="1750" dirty="0"/>
              <a:t>СБП</a:t>
            </a:r>
            <a:endParaRPr lang="en-US" sz="1750" dirty="0"/>
          </a:p>
          <a:p>
            <a:pPr>
              <a:spcAft>
                <a:spcPts val="800"/>
              </a:spcAft>
              <a:buClr>
                <a:schemeClr val="accent1"/>
              </a:buClr>
            </a:pPr>
            <a:r>
              <a:rPr lang="ru-RU" sz="1750" dirty="0"/>
              <a:t>Интеграция с Умным домом и </a:t>
            </a:r>
            <a:r>
              <a:rPr lang="ru-RU" sz="1750" dirty="0" err="1"/>
              <a:t>Видеоглазком</a:t>
            </a:r>
            <a:r>
              <a:rPr lang="ru-RU" sz="1750" dirty="0"/>
              <a:t> </a:t>
            </a:r>
          </a:p>
        </p:txBody>
      </p:sp>
      <p:sp>
        <p:nvSpPr>
          <p:cNvPr id="118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12518" y="1840742"/>
            <a:ext cx="245792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19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12518" y="2258038"/>
            <a:ext cx="245792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20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12518" y="2592935"/>
            <a:ext cx="245792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21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18081" y="3223921"/>
            <a:ext cx="245792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22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086587" y="4042863"/>
            <a:ext cx="245792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23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7086587" y="4427480"/>
            <a:ext cx="245792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sp>
        <p:nvSpPr>
          <p:cNvPr id="124" name="Freeform 229">
            <a:extLst>
              <a:ext uri="{FF2B5EF4-FFF2-40B4-BE49-F238E27FC236}">
                <a16:creationId xmlns:a16="http://schemas.microsoft.com/office/drawing/2014/main" id="{B7699F9D-1798-F87C-B8F0-230074B6833A}"/>
              </a:ext>
            </a:extLst>
          </p:cNvPr>
          <p:cNvSpPr>
            <a:spLocks/>
          </p:cNvSpPr>
          <p:nvPr/>
        </p:nvSpPr>
        <p:spPr bwMode="auto">
          <a:xfrm>
            <a:off x="1218081" y="4105327"/>
            <a:ext cx="245792" cy="148701"/>
          </a:xfrm>
          <a:custGeom>
            <a:avLst/>
            <a:gdLst>
              <a:gd name="T0" fmla="*/ 124 w 16128"/>
              <a:gd name="T1" fmla="*/ 7223 h 11872"/>
              <a:gd name="T2" fmla="*/ 59 w 16128"/>
              <a:gd name="T3" fmla="*/ 7113 h 11872"/>
              <a:gd name="T4" fmla="*/ 18 w 16128"/>
              <a:gd name="T5" fmla="*/ 6994 h 11872"/>
              <a:gd name="T6" fmla="*/ 1 w 16128"/>
              <a:gd name="T7" fmla="*/ 6871 h 11872"/>
              <a:gd name="T8" fmla="*/ 7 w 16128"/>
              <a:gd name="T9" fmla="*/ 6747 h 11872"/>
              <a:gd name="T10" fmla="*/ 36 w 16128"/>
              <a:gd name="T11" fmla="*/ 6626 h 11872"/>
              <a:gd name="T12" fmla="*/ 90 w 16128"/>
              <a:gd name="T13" fmla="*/ 6512 h 11872"/>
              <a:gd name="T14" fmla="*/ 165 w 16128"/>
              <a:gd name="T15" fmla="*/ 6408 h 11872"/>
              <a:gd name="T16" fmla="*/ 1850 w 16128"/>
              <a:gd name="T17" fmla="*/ 4727 h 11872"/>
              <a:gd name="T18" fmla="*/ 1957 w 16128"/>
              <a:gd name="T19" fmla="*/ 4656 h 11872"/>
              <a:gd name="T20" fmla="*/ 2073 w 16128"/>
              <a:gd name="T21" fmla="*/ 4609 h 11872"/>
              <a:gd name="T22" fmla="*/ 2195 w 16128"/>
              <a:gd name="T23" fmla="*/ 4586 h 11872"/>
              <a:gd name="T24" fmla="*/ 2319 w 16128"/>
              <a:gd name="T25" fmla="*/ 4586 h 11872"/>
              <a:gd name="T26" fmla="*/ 2441 w 16128"/>
              <a:gd name="T27" fmla="*/ 4609 h 11872"/>
              <a:gd name="T28" fmla="*/ 2558 w 16128"/>
              <a:gd name="T29" fmla="*/ 4656 h 11872"/>
              <a:gd name="T30" fmla="*/ 2665 w 16128"/>
              <a:gd name="T31" fmla="*/ 4727 h 11872"/>
              <a:gd name="T32" fmla="*/ 5357 w 16128"/>
              <a:gd name="T33" fmla="*/ 7406 h 11872"/>
              <a:gd name="T34" fmla="*/ 5460 w 16128"/>
              <a:gd name="T35" fmla="*/ 7483 h 11872"/>
              <a:gd name="T36" fmla="*/ 5575 w 16128"/>
              <a:gd name="T37" fmla="*/ 7535 h 11872"/>
              <a:gd name="T38" fmla="*/ 5696 w 16128"/>
              <a:gd name="T39" fmla="*/ 7565 h 11872"/>
              <a:gd name="T40" fmla="*/ 5819 w 16128"/>
              <a:gd name="T41" fmla="*/ 7571 h 11872"/>
              <a:gd name="T42" fmla="*/ 5942 w 16128"/>
              <a:gd name="T43" fmla="*/ 7552 h 11872"/>
              <a:gd name="T44" fmla="*/ 6060 w 16128"/>
              <a:gd name="T45" fmla="*/ 7512 h 11872"/>
              <a:gd name="T46" fmla="*/ 6170 w 16128"/>
              <a:gd name="T47" fmla="*/ 7447 h 11872"/>
              <a:gd name="T48" fmla="*/ 13421 w 16128"/>
              <a:gd name="T49" fmla="*/ 190 h 11872"/>
              <a:gd name="T50" fmla="*/ 13521 w 16128"/>
              <a:gd name="T51" fmla="*/ 107 h 11872"/>
              <a:gd name="T52" fmla="*/ 13634 w 16128"/>
              <a:gd name="T53" fmla="*/ 47 h 11872"/>
              <a:gd name="T54" fmla="*/ 13753 w 16128"/>
              <a:gd name="T55" fmla="*/ 12 h 11872"/>
              <a:gd name="T56" fmla="*/ 13877 w 16128"/>
              <a:gd name="T57" fmla="*/ 0 h 11872"/>
              <a:gd name="T58" fmla="*/ 14000 w 16128"/>
              <a:gd name="T59" fmla="*/ 11 h 11872"/>
              <a:gd name="T60" fmla="*/ 14120 w 16128"/>
              <a:gd name="T61" fmla="*/ 46 h 11872"/>
              <a:gd name="T62" fmla="*/ 14233 w 16128"/>
              <a:gd name="T63" fmla="*/ 105 h 11872"/>
              <a:gd name="T64" fmla="*/ 14334 w 16128"/>
              <a:gd name="T65" fmla="*/ 186 h 11872"/>
              <a:gd name="T66" fmla="*/ 16003 w 16128"/>
              <a:gd name="T67" fmla="*/ 1855 h 11872"/>
              <a:gd name="T68" fmla="*/ 16068 w 16128"/>
              <a:gd name="T69" fmla="*/ 1964 h 11872"/>
              <a:gd name="T70" fmla="*/ 16109 w 16128"/>
              <a:gd name="T71" fmla="*/ 2082 h 11872"/>
              <a:gd name="T72" fmla="*/ 16127 w 16128"/>
              <a:gd name="T73" fmla="*/ 2205 h 11872"/>
              <a:gd name="T74" fmla="*/ 16122 w 16128"/>
              <a:gd name="T75" fmla="*/ 2328 h 11872"/>
              <a:gd name="T76" fmla="*/ 16093 w 16128"/>
              <a:gd name="T77" fmla="*/ 2449 h 11872"/>
              <a:gd name="T78" fmla="*/ 16039 w 16128"/>
              <a:gd name="T79" fmla="*/ 2564 h 11872"/>
              <a:gd name="T80" fmla="*/ 15964 w 16128"/>
              <a:gd name="T81" fmla="*/ 2667 h 11872"/>
              <a:gd name="T82" fmla="*/ 7188 w 16128"/>
              <a:gd name="T83" fmla="*/ 11462 h 11872"/>
              <a:gd name="T84" fmla="*/ 7074 w 16128"/>
              <a:gd name="T85" fmla="*/ 11550 h 11872"/>
              <a:gd name="T86" fmla="*/ 6943 w 16128"/>
              <a:gd name="T87" fmla="*/ 11632 h 11872"/>
              <a:gd name="T88" fmla="*/ 6801 w 16128"/>
              <a:gd name="T89" fmla="*/ 11706 h 11872"/>
              <a:gd name="T90" fmla="*/ 6652 w 16128"/>
              <a:gd name="T91" fmla="*/ 11767 h 11872"/>
              <a:gd name="T92" fmla="*/ 6500 w 16128"/>
              <a:gd name="T93" fmla="*/ 11817 h 11872"/>
              <a:gd name="T94" fmla="*/ 6349 w 16128"/>
              <a:gd name="T95" fmla="*/ 11852 h 11872"/>
              <a:gd name="T96" fmla="*/ 6205 w 16128"/>
              <a:gd name="T97" fmla="*/ 11870 h 11872"/>
              <a:gd name="T98" fmla="*/ 5352 w 16128"/>
              <a:gd name="T99" fmla="*/ 11871 h 11872"/>
              <a:gd name="T100" fmla="*/ 5210 w 16128"/>
              <a:gd name="T101" fmla="*/ 11858 h 11872"/>
              <a:gd name="T102" fmla="*/ 5062 w 16128"/>
              <a:gd name="T103" fmla="*/ 11827 h 11872"/>
              <a:gd name="T104" fmla="*/ 4910 w 16128"/>
              <a:gd name="T105" fmla="*/ 11780 h 11872"/>
              <a:gd name="T106" fmla="*/ 4760 w 16128"/>
              <a:gd name="T107" fmla="*/ 11722 h 11872"/>
              <a:gd name="T108" fmla="*/ 4615 w 16128"/>
              <a:gd name="T109" fmla="*/ 11651 h 11872"/>
              <a:gd name="T110" fmla="*/ 4481 w 16128"/>
              <a:gd name="T111" fmla="*/ 11572 h 11872"/>
              <a:gd name="T112" fmla="*/ 4363 w 16128"/>
              <a:gd name="T113" fmla="*/ 11484 h 11872"/>
              <a:gd name="T114" fmla="*/ 187 w 16128"/>
              <a:gd name="T115" fmla="*/ 7297 h 1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128" h="11872">
                <a:moveTo>
                  <a:pt x="187" y="7297"/>
                </a:moveTo>
                <a:lnTo>
                  <a:pt x="164" y="7273"/>
                </a:lnTo>
                <a:lnTo>
                  <a:pt x="143" y="7248"/>
                </a:lnTo>
                <a:lnTo>
                  <a:pt x="124" y="7223"/>
                </a:lnTo>
                <a:lnTo>
                  <a:pt x="106" y="7196"/>
                </a:lnTo>
                <a:lnTo>
                  <a:pt x="89" y="7168"/>
                </a:lnTo>
                <a:lnTo>
                  <a:pt x="74" y="7141"/>
                </a:lnTo>
                <a:lnTo>
                  <a:pt x="59" y="7113"/>
                </a:lnTo>
                <a:lnTo>
                  <a:pt x="46" y="7084"/>
                </a:lnTo>
                <a:lnTo>
                  <a:pt x="35" y="7054"/>
                </a:lnTo>
                <a:lnTo>
                  <a:pt x="26" y="7024"/>
                </a:lnTo>
                <a:lnTo>
                  <a:pt x="18" y="6994"/>
                </a:lnTo>
                <a:lnTo>
                  <a:pt x="12" y="6964"/>
                </a:lnTo>
                <a:lnTo>
                  <a:pt x="6" y="6933"/>
                </a:lnTo>
                <a:lnTo>
                  <a:pt x="3" y="6902"/>
                </a:lnTo>
                <a:lnTo>
                  <a:pt x="1" y="6871"/>
                </a:lnTo>
                <a:lnTo>
                  <a:pt x="0" y="6841"/>
                </a:lnTo>
                <a:lnTo>
                  <a:pt x="1" y="6809"/>
                </a:lnTo>
                <a:lnTo>
                  <a:pt x="3" y="6778"/>
                </a:lnTo>
                <a:lnTo>
                  <a:pt x="7" y="6747"/>
                </a:lnTo>
                <a:lnTo>
                  <a:pt x="12" y="6717"/>
                </a:lnTo>
                <a:lnTo>
                  <a:pt x="18" y="6687"/>
                </a:lnTo>
                <a:lnTo>
                  <a:pt x="26" y="6656"/>
                </a:lnTo>
                <a:lnTo>
                  <a:pt x="36" y="6626"/>
                </a:lnTo>
                <a:lnTo>
                  <a:pt x="47" y="6597"/>
                </a:lnTo>
                <a:lnTo>
                  <a:pt x="59" y="6569"/>
                </a:lnTo>
                <a:lnTo>
                  <a:pt x="74" y="6539"/>
                </a:lnTo>
                <a:lnTo>
                  <a:pt x="90" y="6512"/>
                </a:lnTo>
                <a:lnTo>
                  <a:pt x="106" y="6485"/>
                </a:lnTo>
                <a:lnTo>
                  <a:pt x="125" y="6459"/>
                </a:lnTo>
                <a:lnTo>
                  <a:pt x="144" y="6432"/>
                </a:lnTo>
                <a:lnTo>
                  <a:pt x="165" y="6408"/>
                </a:lnTo>
                <a:lnTo>
                  <a:pt x="188" y="6384"/>
                </a:lnTo>
                <a:lnTo>
                  <a:pt x="1801" y="4771"/>
                </a:lnTo>
                <a:lnTo>
                  <a:pt x="1824" y="4748"/>
                </a:lnTo>
                <a:lnTo>
                  <a:pt x="1850" y="4727"/>
                </a:lnTo>
                <a:lnTo>
                  <a:pt x="1876" y="4707"/>
                </a:lnTo>
                <a:lnTo>
                  <a:pt x="1902" y="4689"/>
                </a:lnTo>
                <a:lnTo>
                  <a:pt x="1929" y="4671"/>
                </a:lnTo>
                <a:lnTo>
                  <a:pt x="1957" y="4656"/>
                </a:lnTo>
                <a:lnTo>
                  <a:pt x="1985" y="4642"/>
                </a:lnTo>
                <a:lnTo>
                  <a:pt x="2014" y="4630"/>
                </a:lnTo>
                <a:lnTo>
                  <a:pt x="2043" y="4619"/>
                </a:lnTo>
                <a:lnTo>
                  <a:pt x="2073" y="4609"/>
                </a:lnTo>
                <a:lnTo>
                  <a:pt x="2104" y="4601"/>
                </a:lnTo>
                <a:lnTo>
                  <a:pt x="2134" y="4595"/>
                </a:lnTo>
                <a:lnTo>
                  <a:pt x="2164" y="4590"/>
                </a:lnTo>
                <a:lnTo>
                  <a:pt x="2195" y="4586"/>
                </a:lnTo>
                <a:lnTo>
                  <a:pt x="2227" y="4584"/>
                </a:lnTo>
                <a:lnTo>
                  <a:pt x="2257" y="4583"/>
                </a:lnTo>
                <a:lnTo>
                  <a:pt x="2288" y="4584"/>
                </a:lnTo>
                <a:lnTo>
                  <a:pt x="2319" y="4586"/>
                </a:lnTo>
                <a:lnTo>
                  <a:pt x="2350" y="4590"/>
                </a:lnTo>
                <a:lnTo>
                  <a:pt x="2381" y="4595"/>
                </a:lnTo>
                <a:lnTo>
                  <a:pt x="2411" y="4601"/>
                </a:lnTo>
                <a:lnTo>
                  <a:pt x="2441" y="4609"/>
                </a:lnTo>
                <a:lnTo>
                  <a:pt x="2472" y="4619"/>
                </a:lnTo>
                <a:lnTo>
                  <a:pt x="2501" y="4630"/>
                </a:lnTo>
                <a:lnTo>
                  <a:pt x="2529" y="4642"/>
                </a:lnTo>
                <a:lnTo>
                  <a:pt x="2558" y="4656"/>
                </a:lnTo>
                <a:lnTo>
                  <a:pt x="2586" y="4671"/>
                </a:lnTo>
                <a:lnTo>
                  <a:pt x="2613" y="4689"/>
                </a:lnTo>
                <a:lnTo>
                  <a:pt x="2639" y="4707"/>
                </a:lnTo>
                <a:lnTo>
                  <a:pt x="2665" y="4727"/>
                </a:lnTo>
                <a:lnTo>
                  <a:pt x="2689" y="4748"/>
                </a:lnTo>
                <a:lnTo>
                  <a:pt x="2714" y="4770"/>
                </a:lnTo>
                <a:lnTo>
                  <a:pt x="5332" y="7384"/>
                </a:lnTo>
                <a:lnTo>
                  <a:pt x="5357" y="7406"/>
                </a:lnTo>
                <a:lnTo>
                  <a:pt x="5382" y="7427"/>
                </a:lnTo>
                <a:lnTo>
                  <a:pt x="5407" y="7448"/>
                </a:lnTo>
                <a:lnTo>
                  <a:pt x="5433" y="7466"/>
                </a:lnTo>
                <a:lnTo>
                  <a:pt x="5460" y="7483"/>
                </a:lnTo>
                <a:lnTo>
                  <a:pt x="5489" y="7498"/>
                </a:lnTo>
                <a:lnTo>
                  <a:pt x="5517" y="7512"/>
                </a:lnTo>
                <a:lnTo>
                  <a:pt x="5546" y="7524"/>
                </a:lnTo>
                <a:lnTo>
                  <a:pt x="5575" y="7535"/>
                </a:lnTo>
                <a:lnTo>
                  <a:pt x="5604" y="7545"/>
                </a:lnTo>
                <a:lnTo>
                  <a:pt x="5635" y="7553"/>
                </a:lnTo>
                <a:lnTo>
                  <a:pt x="5665" y="7559"/>
                </a:lnTo>
                <a:lnTo>
                  <a:pt x="5696" y="7565"/>
                </a:lnTo>
                <a:lnTo>
                  <a:pt x="5726" y="7569"/>
                </a:lnTo>
                <a:lnTo>
                  <a:pt x="5758" y="7571"/>
                </a:lnTo>
                <a:lnTo>
                  <a:pt x="5789" y="7572"/>
                </a:lnTo>
                <a:lnTo>
                  <a:pt x="5819" y="7571"/>
                </a:lnTo>
                <a:lnTo>
                  <a:pt x="5850" y="7569"/>
                </a:lnTo>
                <a:lnTo>
                  <a:pt x="5882" y="7565"/>
                </a:lnTo>
                <a:lnTo>
                  <a:pt x="5912" y="7559"/>
                </a:lnTo>
                <a:lnTo>
                  <a:pt x="5942" y="7552"/>
                </a:lnTo>
                <a:lnTo>
                  <a:pt x="5972" y="7544"/>
                </a:lnTo>
                <a:lnTo>
                  <a:pt x="6003" y="7535"/>
                </a:lnTo>
                <a:lnTo>
                  <a:pt x="6032" y="7524"/>
                </a:lnTo>
                <a:lnTo>
                  <a:pt x="6060" y="7512"/>
                </a:lnTo>
                <a:lnTo>
                  <a:pt x="6089" y="7498"/>
                </a:lnTo>
                <a:lnTo>
                  <a:pt x="6117" y="7482"/>
                </a:lnTo>
                <a:lnTo>
                  <a:pt x="6144" y="7465"/>
                </a:lnTo>
                <a:lnTo>
                  <a:pt x="6170" y="7447"/>
                </a:lnTo>
                <a:lnTo>
                  <a:pt x="6196" y="7426"/>
                </a:lnTo>
                <a:lnTo>
                  <a:pt x="6220" y="7405"/>
                </a:lnTo>
                <a:lnTo>
                  <a:pt x="6245" y="7383"/>
                </a:lnTo>
                <a:lnTo>
                  <a:pt x="13421" y="190"/>
                </a:lnTo>
                <a:lnTo>
                  <a:pt x="13445" y="166"/>
                </a:lnTo>
                <a:lnTo>
                  <a:pt x="13470" y="145"/>
                </a:lnTo>
                <a:lnTo>
                  <a:pt x="13495" y="125"/>
                </a:lnTo>
                <a:lnTo>
                  <a:pt x="13521" y="107"/>
                </a:lnTo>
                <a:lnTo>
                  <a:pt x="13549" y="90"/>
                </a:lnTo>
                <a:lnTo>
                  <a:pt x="13577" y="75"/>
                </a:lnTo>
                <a:lnTo>
                  <a:pt x="13605" y="60"/>
                </a:lnTo>
                <a:lnTo>
                  <a:pt x="13634" y="47"/>
                </a:lnTo>
                <a:lnTo>
                  <a:pt x="13663" y="36"/>
                </a:lnTo>
                <a:lnTo>
                  <a:pt x="13693" y="27"/>
                </a:lnTo>
                <a:lnTo>
                  <a:pt x="13723" y="19"/>
                </a:lnTo>
                <a:lnTo>
                  <a:pt x="13753" y="12"/>
                </a:lnTo>
                <a:lnTo>
                  <a:pt x="13784" y="7"/>
                </a:lnTo>
                <a:lnTo>
                  <a:pt x="13815" y="3"/>
                </a:lnTo>
                <a:lnTo>
                  <a:pt x="13846" y="1"/>
                </a:lnTo>
                <a:lnTo>
                  <a:pt x="13877" y="0"/>
                </a:lnTo>
                <a:lnTo>
                  <a:pt x="13908" y="1"/>
                </a:lnTo>
                <a:lnTo>
                  <a:pt x="13939" y="3"/>
                </a:lnTo>
                <a:lnTo>
                  <a:pt x="13970" y="6"/>
                </a:lnTo>
                <a:lnTo>
                  <a:pt x="14000" y="11"/>
                </a:lnTo>
                <a:lnTo>
                  <a:pt x="14031" y="18"/>
                </a:lnTo>
                <a:lnTo>
                  <a:pt x="14062" y="26"/>
                </a:lnTo>
                <a:lnTo>
                  <a:pt x="14091" y="35"/>
                </a:lnTo>
                <a:lnTo>
                  <a:pt x="14120" y="46"/>
                </a:lnTo>
                <a:lnTo>
                  <a:pt x="14149" y="58"/>
                </a:lnTo>
                <a:lnTo>
                  <a:pt x="14178" y="73"/>
                </a:lnTo>
                <a:lnTo>
                  <a:pt x="14206" y="88"/>
                </a:lnTo>
                <a:lnTo>
                  <a:pt x="14233" y="105"/>
                </a:lnTo>
                <a:lnTo>
                  <a:pt x="14259" y="123"/>
                </a:lnTo>
                <a:lnTo>
                  <a:pt x="14285" y="143"/>
                </a:lnTo>
                <a:lnTo>
                  <a:pt x="14310" y="164"/>
                </a:lnTo>
                <a:lnTo>
                  <a:pt x="14334" y="186"/>
                </a:lnTo>
                <a:lnTo>
                  <a:pt x="15938" y="1780"/>
                </a:lnTo>
                <a:lnTo>
                  <a:pt x="15962" y="1804"/>
                </a:lnTo>
                <a:lnTo>
                  <a:pt x="15983" y="1829"/>
                </a:lnTo>
                <a:lnTo>
                  <a:pt x="16003" y="1855"/>
                </a:lnTo>
                <a:lnTo>
                  <a:pt x="16021" y="1881"/>
                </a:lnTo>
                <a:lnTo>
                  <a:pt x="16038" y="1908"/>
                </a:lnTo>
                <a:lnTo>
                  <a:pt x="16053" y="1935"/>
                </a:lnTo>
                <a:lnTo>
                  <a:pt x="16068" y="1964"/>
                </a:lnTo>
                <a:lnTo>
                  <a:pt x="16081" y="1993"/>
                </a:lnTo>
                <a:lnTo>
                  <a:pt x="16092" y="2022"/>
                </a:lnTo>
                <a:lnTo>
                  <a:pt x="16101" y="2051"/>
                </a:lnTo>
                <a:lnTo>
                  <a:pt x="16109" y="2082"/>
                </a:lnTo>
                <a:lnTo>
                  <a:pt x="16116" y="2112"/>
                </a:lnTo>
                <a:lnTo>
                  <a:pt x="16121" y="2143"/>
                </a:lnTo>
                <a:lnTo>
                  <a:pt x="16125" y="2173"/>
                </a:lnTo>
                <a:lnTo>
                  <a:pt x="16127" y="2205"/>
                </a:lnTo>
                <a:lnTo>
                  <a:pt x="16128" y="2236"/>
                </a:lnTo>
                <a:lnTo>
                  <a:pt x="16127" y="2266"/>
                </a:lnTo>
                <a:lnTo>
                  <a:pt x="16125" y="2297"/>
                </a:lnTo>
                <a:lnTo>
                  <a:pt x="16122" y="2328"/>
                </a:lnTo>
                <a:lnTo>
                  <a:pt x="16117" y="2359"/>
                </a:lnTo>
                <a:lnTo>
                  <a:pt x="16110" y="2389"/>
                </a:lnTo>
                <a:lnTo>
                  <a:pt x="16102" y="2419"/>
                </a:lnTo>
                <a:lnTo>
                  <a:pt x="16093" y="2449"/>
                </a:lnTo>
                <a:lnTo>
                  <a:pt x="16082" y="2478"/>
                </a:lnTo>
                <a:lnTo>
                  <a:pt x="16069" y="2507"/>
                </a:lnTo>
                <a:lnTo>
                  <a:pt x="16055" y="2535"/>
                </a:lnTo>
                <a:lnTo>
                  <a:pt x="16039" y="2564"/>
                </a:lnTo>
                <a:lnTo>
                  <a:pt x="16023" y="2591"/>
                </a:lnTo>
                <a:lnTo>
                  <a:pt x="16004" y="2617"/>
                </a:lnTo>
                <a:lnTo>
                  <a:pt x="15985" y="2642"/>
                </a:lnTo>
                <a:lnTo>
                  <a:pt x="15964" y="2667"/>
                </a:lnTo>
                <a:lnTo>
                  <a:pt x="15941" y="2692"/>
                </a:lnTo>
                <a:lnTo>
                  <a:pt x="7238" y="11415"/>
                </a:lnTo>
                <a:lnTo>
                  <a:pt x="7214" y="11439"/>
                </a:lnTo>
                <a:lnTo>
                  <a:pt x="7188" y="11462"/>
                </a:lnTo>
                <a:lnTo>
                  <a:pt x="7162" y="11485"/>
                </a:lnTo>
                <a:lnTo>
                  <a:pt x="7134" y="11507"/>
                </a:lnTo>
                <a:lnTo>
                  <a:pt x="7104" y="11529"/>
                </a:lnTo>
                <a:lnTo>
                  <a:pt x="7074" y="11550"/>
                </a:lnTo>
                <a:lnTo>
                  <a:pt x="7043" y="11572"/>
                </a:lnTo>
                <a:lnTo>
                  <a:pt x="7011" y="11593"/>
                </a:lnTo>
                <a:lnTo>
                  <a:pt x="6977" y="11613"/>
                </a:lnTo>
                <a:lnTo>
                  <a:pt x="6943" y="11632"/>
                </a:lnTo>
                <a:lnTo>
                  <a:pt x="6909" y="11651"/>
                </a:lnTo>
                <a:lnTo>
                  <a:pt x="6874" y="11670"/>
                </a:lnTo>
                <a:lnTo>
                  <a:pt x="6837" y="11688"/>
                </a:lnTo>
                <a:lnTo>
                  <a:pt x="6801" y="11706"/>
                </a:lnTo>
                <a:lnTo>
                  <a:pt x="6765" y="11722"/>
                </a:lnTo>
                <a:lnTo>
                  <a:pt x="6727" y="11738"/>
                </a:lnTo>
                <a:lnTo>
                  <a:pt x="6689" y="11753"/>
                </a:lnTo>
                <a:lnTo>
                  <a:pt x="6652" y="11767"/>
                </a:lnTo>
                <a:lnTo>
                  <a:pt x="6613" y="11781"/>
                </a:lnTo>
                <a:lnTo>
                  <a:pt x="6576" y="11793"/>
                </a:lnTo>
                <a:lnTo>
                  <a:pt x="6538" y="11805"/>
                </a:lnTo>
                <a:lnTo>
                  <a:pt x="6500" y="11817"/>
                </a:lnTo>
                <a:lnTo>
                  <a:pt x="6461" y="11827"/>
                </a:lnTo>
                <a:lnTo>
                  <a:pt x="6424" y="11836"/>
                </a:lnTo>
                <a:lnTo>
                  <a:pt x="6387" y="11844"/>
                </a:lnTo>
                <a:lnTo>
                  <a:pt x="6349" y="11852"/>
                </a:lnTo>
                <a:lnTo>
                  <a:pt x="6313" y="11858"/>
                </a:lnTo>
                <a:lnTo>
                  <a:pt x="6277" y="11863"/>
                </a:lnTo>
                <a:lnTo>
                  <a:pt x="6241" y="11867"/>
                </a:lnTo>
                <a:lnTo>
                  <a:pt x="6205" y="11870"/>
                </a:lnTo>
                <a:lnTo>
                  <a:pt x="6171" y="11871"/>
                </a:lnTo>
                <a:lnTo>
                  <a:pt x="6138" y="11872"/>
                </a:lnTo>
                <a:lnTo>
                  <a:pt x="5386" y="11872"/>
                </a:lnTo>
                <a:lnTo>
                  <a:pt x="5352" y="11871"/>
                </a:lnTo>
                <a:lnTo>
                  <a:pt x="5318" y="11870"/>
                </a:lnTo>
                <a:lnTo>
                  <a:pt x="5283" y="11867"/>
                </a:lnTo>
                <a:lnTo>
                  <a:pt x="5247" y="11863"/>
                </a:lnTo>
                <a:lnTo>
                  <a:pt x="5210" y="11858"/>
                </a:lnTo>
                <a:lnTo>
                  <a:pt x="5174" y="11851"/>
                </a:lnTo>
                <a:lnTo>
                  <a:pt x="5137" y="11844"/>
                </a:lnTo>
                <a:lnTo>
                  <a:pt x="5099" y="11836"/>
                </a:lnTo>
                <a:lnTo>
                  <a:pt x="5062" y="11827"/>
                </a:lnTo>
                <a:lnTo>
                  <a:pt x="5024" y="11817"/>
                </a:lnTo>
                <a:lnTo>
                  <a:pt x="4986" y="11805"/>
                </a:lnTo>
                <a:lnTo>
                  <a:pt x="4948" y="11793"/>
                </a:lnTo>
                <a:lnTo>
                  <a:pt x="4910" y="11780"/>
                </a:lnTo>
                <a:lnTo>
                  <a:pt x="4872" y="11767"/>
                </a:lnTo>
                <a:lnTo>
                  <a:pt x="4834" y="11753"/>
                </a:lnTo>
                <a:lnTo>
                  <a:pt x="4796" y="11738"/>
                </a:lnTo>
                <a:lnTo>
                  <a:pt x="4760" y="11722"/>
                </a:lnTo>
                <a:lnTo>
                  <a:pt x="4722" y="11705"/>
                </a:lnTo>
                <a:lnTo>
                  <a:pt x="4686" y="11688"/>
                </a:lnTo>
                <a:lnTo>
                  <a:pt x="4650" y="11669"/>
                </a:lnTo>
                <a:lnTo>
                  <a:pt x="4615" y="11651"/>
                </a:lnTo>
                <a:lnTo>
                  <a:pt x="4580" y="11632"/>
                </a:lnTo>
                <a:lnTo>
                  <a:pt x="4546" y="11612"/>
                </a:lnTo>
                <a:lnTo>
                  <a:pt x="4513" y="11592"/>
                </a:lnTo>
                <a:lnTo>
                  <a:pt x="4481" y="11572"/>
                </a:lnTo>
                <a:lnTo>
                  <a:pt x="4449" y="11550"/>
                </a:lnTo>
                <a:lnTo>
                  <a:pt x="4419" y="11528"/>
                </a:lnTo>
                <a:lnTo>
                  <a:pt x="4390" y="11506"/>
                </a:lnTo>
                <a:lnTo>
                  <a:pt x="4363" y="11484"/>
                </a:lnTo>
                <a:lnTo>
                  <a:pt x="4335" y="11462"/>
                </a:lnTo>
                <a:lnTo>
                  <a:pt x="4310" y="11439"/>
                </a:lnTo>
                <a:lnTo>
                  <a:pt x="4286" y="11414"/>
                </a:lnTo>
                <a:lnTo>
                  <a:pt x="187" y="7297"/>
                </a:lnTo>
                <a:close/>
              </a:path>
            </a:pathLst>
          </a:custGeom>
          <a:gradFill>
            <a:gsLst>
              <a:gs pos="0">
                <a:srgbClr val="00B5EF"/>
              </a:gs>
              <a:gs pos="100000">
                <a:srgbClr val="FF59A3"/>
              </a:gs>
            </a:gsLst>
            <a:lin ang="2700000" scaled="0"/>
          </a:gra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B5EF"/>
                  </a:gs>
                  <a:gs pos="100000">
                    <a:srgbClr val="FF59A3"/>
                  </a:gs>
                </a:gsLst>
                <a:lin ang="2700000" scaled="1"/>
                <a:tileRect/>
              </a:gradFill>
              <a:effectLst/>
              <a:uLnTx/>
              <a:uFillTx/>
              <a:latin typeface="Poppins Light" panose="02000000000000000000" pitchFamily="2" charset="0"/>
              <a:ea typeface="Open Sans" panose="020B0606030504020204" pitchFamily="34" charset="0"/>
              <a:cs typeface="Poppins Light" panose="02000000000000000000" pitchFamily="2" charset="0"/>
            </a:endParaRPr>
          </a:p>
        </p:txBody>
      </p:sp>
      <p:cxnSp>
        <p:nvCxnSpPr>
          <p:cNvPr id="125" name="Прямая соединительная линия 124">
            <a:extLst>
              <a:ext uri="{FF2B5EF4-FFF2-40B4-BE49-F238E27FC236}">
                <a16:creationId xmlns:a16="http://schemas.microsoft.com/office/drawing/2014/main" id="{A7F84A62-BFCF-42CF-BAFE-DD4EDE4AB698}"/>
              </a:ext>
            </a:extLst>
          </p:cNvPr>
          <p:cNvCxnSpPr>
            <a:cxnSpLocks/>
            <a:stCxn id="115" idx="0"/>
          </p:cNvCxnSpPr>
          <p:nvPr/>
        </p:nvCxnSpPr>
        <p:spPr>
          <a:xfrm flipV="1">
            <a:off x="705288" y="1806384"/>
            <a:ext cx="5226" cy="3060632"/>
          </a:xfrm>
          <a:prstGeom prst="line">
            <a:avLst/>
          </a:prstGeom>
          <a:ln w="9525" cap="sq">
            <a:headEnd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99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84" imgH="486" progId="TCLayout.ActiveDocument.1">
                  <p:embed/>
                </p:oleObj>
              </mc:Choice>
              <mc:Fallback>
                <p:oleObj name="Слайд think-cell" r:id="rId4" imgW="484" imgH="486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B17C743E-5C37-9410-EF67-FFD948C22A1F}"/>
              </a:ext>
            </a:extLst>
          </p:cNvPr>
          <p:cNvSpPr/>
          <p:nvPr/>
        </p:nvSpPr>
        <p:spPr>
          <a:xfrm>
            <a:off x="102365" y="0"/>
            <a:ext cx="12192000" cy="6858000"/>
          </a:xfrm>
          <a:prstGeom prst="rect">
            <a:avLst/>
          </a:prstGeom>
          <a:gradFill flip="none" rotWithShape="1">
            <a:gsLst>
              <a:gs pos="99574">
                <a:schemeClr val="bg1">
                  <a:alpha val="33000"/>
                  <a:lumMod val="56000"/>
                  <a:lumOff val="44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4" name="Straight Connector 70">
            <a:extLst>
              <a:ext uri="{FF2B5EF4-FFF2-40B4-BE49-F238E27FC236}">
                <a16:creationId xmlns:a16="http://schemas.microsoft.com/office/drawing/2014/main" id="{56899011-D0DF-47C2-B917-48AEB431F715}"/>
              </a:ext>
            </a:extLst>
          </p:cNvPr>
          <p:cNvCxnSpPr>
            <a:cxnSpLocks/>
          </p:cNvCxnSpPr>
          <p:nvPr/>
        </p:nvCxnSpPr>
        <p:spPr>
          <a:xfrm flipV="1">
            <a:off x="1" y="0"/>
            <a:ext cx="0" cy="5080000"/>
          </a:xfrm>
          <a:prstGeom prst="line">
            <a:avLst/>
          </a:prstGeom>
          <a:noFill/>
          <a:ln w="57150" cap="rnd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5EF"/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glow rad="279400">
              <a:schemeClr val="accent1">
                <a:alpha val="40000"/>
              </a:schemeClr>
            </a:glow>
          </a:effectLst>
        </p:spPr>
      </p:cxnSp>
      <p:cxnSp>
        <p:nvCxnSpPr>
          <p:cNvPr id="16" name="Straight Connector 62">
            <a:extLst>
              <a:ext uri="{FF2B5EF4-FFF2-40B4-BE49-F238E27FC236}">
                <a16:creationId xmlns:a16="http://schemas.microsoft.com/office/drawing/2014/main" id="{504FCAED-A79A-4DD2-9EF2-8A110265BF0A}"/>
              </a:ext>
            </a:extLst>
          </p:cNvPr>
          <p:cNvCxnSpPr>
            <a:cxnSpLocks/>
          </p:cNvCxnSpPr>
          <p:nvPr/>
        </p:nvCxnSpPr>
        <p:spPr>
          <a:xfrm>
            <a:off x="1" y="6866094"/>
            <a:ext cx="5613400" cy="0"/>
          </a:xfrm>
          <a:prstGeom prst="line">
            <a:avLst/>
          </a:prstGeom>
          <a:noFill/>
          <a:ln w="57150" cap="rnd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5EF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glow rad="279400">
              <a:schemeClr val="accent1">
                <a:alpha val="40000"/>
              </a:schemeClr>
            </a:glow>
          </a:effectLst>
        </p:spPr>
      </p:cxnSp>
      <p:cxnSp>
        <p:nvCxnSpPr>
          <p:cNvPr id="17" name="Straight Connector 65">
            <a:extLst>
              <a:ext uri="{FF2B5EF4-FFF2-40B4-BE49-F238E27FC236}">
                <a16:creationId xmlns:a16="http://schemas.microsoft.com/office/drawing/2014/main" id="{2684957F-121A-4B14-940C-88CCC998141D}"/>
              </a:ext>
            </a:extLst>
          </p:cNvPr>
          <p:cNvCxnSpPr>
            <a:cxnSpLocks/>
          </p:cNvCxnSpPr>
          <p:nvPr/>
        </p:nvCxnSpPr>
        <p:spPr>
          <a:xfrm>
            <a:off x="5968933" y="0"/>
            <a:ext cx="6223000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5EF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glow rad="279400">
              <a:schemeClr val="accent1">
                <a:alpha val="40000"/>
              </a:schemeClr>
            </a:glow>
          </a:effectLst>
        </p:spPr>
      </p:cxnSp>
      <p:cxnSp>
        <p:nvCxnSpPr>
          <p:cNvPr id="20" name="Straight Connector 72">
            <a:extLst>
              <a:ext uri="{FF2B5EF4-FFF2-40B4-BE49-F238E27FC236}">
                <a16:creationId xmlns:a16="http://schemas.microsoft.com/office/drawing/2014/main" id="{5F2D40B3-61D6-45EC-8348-9A7B077F519F}"/>
              </a:ext>
            </a:extLst>
          </p:cNvPr>
          <p:cNvCxnSpPr>
            <a:cxnSpLocks/>
          </p:cNvCxnSpPr>
          <p:nvPr/>
        </p:nvCxnSpPr>
        <p:spPr>
          <a:xfrm>
            <a:off x="12191933" y="2413000"/>
            <a:ext cx="0" cy="4445000"/>
          </a:xfrm>
          <a:prstGeom prst="line">
            <a:avLst/>
          </a:prstGeom>
          <a:noFill/>
          <a:ln w="57150" cap="rnd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5EF"/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glow rad="279400">
              <a:schemeClr val="accent1">
                <a:alpha val="40000"/>
              </a:schemeClr>
            </a:glow>
          </a:effectLst>
        </p:spPr>
      </p:cxnSp>
      <p:sp>
        <p:nvSpPr>
          <p:cNvPr id="31" name="TextBox 30"/>
          <p:cNvSpPr txBox="1"/>
          <p:nvPr/>
        </p:nvSpPr>
        <p:spPr>
          <a:xfrm>
            <a:off x="351366" y="118463"/>
            <a:ext cx="11620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11">
              <a:defRPr/>
            </a:pPr>
            <a:r>
              <a:rPr lang="ru-RU" sz="3600" b="1" dirty="0"/>
              <a:t>Видеонаблюдение для разных целевых аудиторий</a:t>
            </a: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990921"/>
              </p:ext>
            </p:extLst>
          </p:nvPr>
        </p:nvGraphicFramePr>
        <p:xfrm>
          <a:off x="645597" y="1174463"/>
          <a:ext cx="11105536" cy="4946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082">
                  <a:extLst>
                    <a:ext uri="{9D8B030D-6E8A-4147-A177-3AD203B41FA5}">
                      <a16:colId xmlns:a16="http://schemas.microsoft.com/office/drawing/2014/main" val="1370039312"/>
                    </a:ext>
                  </a:extLst>
                </a:gridCol>
                <a:gridCol w="2931030">
                  <a:extLst>
                    <a:ext uri="{9D8B030D-6E8A-4147-A177-3AD203B41FA5}">
                      <a16:colId xmlns:a16="http://schemas.microsoft.com/office/drawing/2014/main" val="2144130366"/>
                    </a:ext>
                  </a:extLst>
                </a:gridCol>
                <a:gridCol w="3143768">
                  <a:extLst>
                    <a:ext uri="{9D8B030D-6E8A-4147-A177-3AD203B41FA5}">
                      <a16:colId xmlns:a16="http://schemas.microsoft.com/office/drawing/2014/main" val="3528986218"/>
                    </a:ext>
                  </a:extLst>
                </a:gridCol>
                <a:gridCol w="2824656">
                  <a:extLst>
                    <a:ext uri="{9D8B030D-6E8A-4147-A177-3AD203B41FA5}">
                      <a16:colId xmlns:a16="http://schemas.microsoft.com/office/drawing/2014/main" val="1797751844"/>
                    </a:ext>
                  </a:extLst>
                </a:gridCol>
              </a:tblGrid>
              <a:tr h="726459">
                <a:tc>
                  <a:txBody>
                    <a:bodyPr/>
                    <a:lstStyle/>
                    <a:p>
                      <a:pPr algn="ctr"/>
                      <a:endParaRPr lang="ru-RU" b="0" dirty="0"/>
                    </a:p>
                  </a:txBody>
                  <a:tcPr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Моно-продажа ВН через </a:t>
                      </a:r>
                      <a:r>
                        <a:rPr lang="en-US" b="0" dirty="0"/>
                        <a:t>t2</a:t>
                      </a:r>
                      <a:r>
                        <a:rPr lang="en-US" b="0" baseline="0" dirty="0"/>
                        <a:t> </a:t>
                      </a:r>
                      <a:endParaRPr lang="ru-RU" b="0" baseline="0" dirty="0"/>
                    </a:p>
                    <a:p>
                      <a:pPr algn="ctr"/>
                      <a:r>
                        <a:rPr lang="en-US" b="0" baseline="0" dirty="0"/>
                        <a:t>(</a:t>
                      </a:r>
                      <a:r>
                        <a:rPr lang="ru-RU" b="0" baseline="0" dirty="0"/>
                        <a:t>Продукт 1)</a:t>
                      </a:r>
                      <a:endParaRPr lang="ru-RU" b="0" dirty="0"/>
                    </a:p>
                  </a:txBody>
                  <a:tcPr anchor="ctr"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Продажа ВН через РТК без</a:t>
                      </a:r>
                      <a:r>
                        <a:rPr lang="ru-RU" b="0" baseline="0" dirty="0"/>
                        <a:t> привязки к ШПД</a:t>
                      </a:r>
                      <a:endParaRPr lang="ru-RU" b="0" dirty="0"/>
                    </a:p>
                    <a:p>
                      <a:pPr algn="ctr"/>
                      <a:r>
                        <a:rPr lang="ru-RU" b="0" dirty="0"/>
                        <a:t>(Продукт </a:t>
                      </a:r>
                      <a:r>
                        <a:rPr lang="en-US" b="0" dirty="0"/>
                        <a:t>2</a:t>
                      </a:r>
                      <a:r>
                        <a:rPr lang="ru-RU" b="0" dirty="0"/>
                        <a:t>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Текущая</a:t>
                      </a:r>
                      <a:r>
                        <a:rPr lang="ru-RU" b="0" baseline="0" dirty="0"/>
                        <a:t> тарификация</a:t>
                      </a:r>
                      <a:endParaRPr lang="ru-RU" b="0" dirty="0"/>
                    </a:p>
                    <a:p>
                      <a:pPr algn="ctr"/>
                      <a:r>
                        <a:rPr lang="ru-RU" b="0" dirty="0"/>
                        <a:t>(РТК-пользователь)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302176"/>
                  </a:ext>
                </a:extLst>
              </a:tr>
              <a:tr h="508521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ЦА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База </a:t>
                      </a:r>
                      <a:r>
                        <a:rPr lang="en-US" dirty="0"/>
                        <a:t>t2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OTT-</a:t>
                      </a:r>
                      <a:r>
                        <a:rPr lang="ru-RU" dirty="0"/>
                        <a:t>пользователь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РТК-пользователь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652247"/>
                  </a:ext>
                </a:extLst>
              </a:tr>
              <a:tr h="508521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Канал продаж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Каналы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</a:t>
                      </a:r>
                      <a:r>
                        <a:rPr lang="en-US" dirty="0"/>
                        <a:t>2</a:t>
                      </a:r>
                      <a:r>
                        <a:rPr lang="ru-RU" dirty="0"/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Каналы РТК</a:t>
                      </a:r>
                    </a:p>
                    <a:p>
                      <a:pPr algn="ctr"/>
                      <a:r>
                        <a:rPr lang="ru-RU" dirty="0"/>
                        <a:t>Каналы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</a:t>
                      </a:r>
                      <a:r>
                        <a:rPr lang="en-US" dirty="0"/>
                        <a:t>2</a:t>
                      </a:r>
                      <a:r>
                        <a:rPr lang="ru-RU" dirty="0"/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Каналы РТК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3951280"/>
                  </a:ext>
                </a:extLst>
              </a:tr>
              <a:tr h="472476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Тип продажи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Полная стоимость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Полная стоимость/</a:t>
                      </a:r>
                      <a:r>
                        <a:rPr lang="en-US" dirty="0"/>
                        <a:t>BNPL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Рассрочка РТК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276248"/>
                  </a:ext>
                </a:extLst>
              </a:tr>
              <a:tr h="47247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SSO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ru-RU" dirty="0"/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РТК/</a:t>
                      </a:r>
                      <a:r>
                        <a:rPr lang="en-US" dirty="0"/>
                        <a:t>t2 (</a:t>
                      </a:r>
                      <a:r>
                        <a:rPr lang="ru-RU" dirty="0"/>
                        <a:t>?)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РТК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4674178"/>
                  </a:ext>
                </a:extLst>
              </a:tr>
              <a:tr h="524367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Биллинг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Биллинг </a:t>
                      </a:r>
                      <a:r>
                        <a:rPr lang="en-US" dirty="0"/>
                        <a:t>t2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Биллинги</a:t>
                      </a:r>
                      <a:r>
                        <a:rPr lang="ru-RU" baseline="0" dirty="0"/>
                        <a:t> РТК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780930"/>
                  </a:ext>
                </a:extLst>
              </a:tr>
              <a:tr h="715482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Оплата</a:t>
                      </a:r>
                      <a:r>
                        <a:rPr lang="ru-RU" baseline="0" dirty="0"/>
                        <a:t> сервиса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Мобильный номер </a:t>
                      </a:r>
                      <a:r>
                        <a:rPr lang="en-US" dirty="0"/>
                        <a:t>t2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Банковская карта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ЛС РТК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009724"/>
                  </a:ext>
                </a:extLst>
              </a:tr>
              <a:tr h="698492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Приложение</a:t>
                      </a:r>
                      <a:r>
                        <a:rPr lang="ru-RU" baseline="0" dirty="0"/>
                        <a:t> и </a:t>
                      </a:r>
                      <a:r>
                        <a:rPr lang="ru-RU" dirty="0"/>
                        <a:t>личный</a:t>
                      </a:r>
                      <a:r>
                        <a:rPr lang="ru-RU" baseline="0" dirty="0"/>
                        <a:t> кабинет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Приложение/личный</a:t>
                      </a:r>
                      <a:r>
                        <a:rPr lang="ru-RU" baseline="0" dirty="0"/>
                        <a:t> кабинет «Умный дом и Видеонаблюдение» РТК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843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4737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repeatCount="indefinite" accel="36000" decel="64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3.7037E-7 L 0 0.62037 " pathEditMode="relative" rAng="0" ptsTypes="AA">
                                      <p:cBhvr>
                                        <p:cTn id="9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01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36000" decel="64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6667E-6 2.59259E-6 L 0.76588 0.00555 " pathEditMode="relative" rAng="0" ptsTypes="AA">
                                      <p:cBhvr>
                                        <p:cTn id="14" dur="4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294" y="27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repeatCount="indefinite" accel="36000" decel="64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0 L -0.74583 0 " pathEditMode="relative" rAng="0" ptsTypes="AA">
                                      <p:cBhvr>
                                        <p:cTn id="19" dur="4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292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36000" decel="64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4.07407E-6 L 0.00104 -0.67963 " pathEditMode="relative" rAng="0" ptsTypes="AA">
                                      <p:cBhvr>
                                        <p:cTn id="24" dur="4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3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84" imgH="486" progId="TCLayout.ActiveDocument.1">
                  <p:embed/>
                </p:oleObj>
              </mc:Choice>
              <mc:Fallback>
                <p:oleObj name="Слайд think-cell" r:id="rId4" imgW="484" imgH="486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B17C743E-5C37-9410-EF67-FFD948C22A1F}"/>
              </a:ext>
            </a:extLst>
          </p:cNvPr>
          <p:cNvSpPr/>
          <p:nvPr/>
        </p:nvSpPr>
        <p:spPr>
          <a:xfrm>
            <a:off x="102365" y="0"/>
            <a:ext cx="12192000" cy="6858000"/>
          </a:xfrm>
          <a:prstGeom prst="rect">
            <a:avLst/>
          </a:prstGeom>
          <a:gradFill flip="none" rotWithShape="1">
            <a:gsLst>
              <a:gs pos="99574">
                <a:schemeClr val="bg1">
                  <a:alpha val="33000"/>
                  <a:lumMod val="56000"/>
                  <a:lumOff val="44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>
            <a:noFill/>
          </a:ln>
          <a:effectLst>
            <a:outerShdw blurRad="177800" dist="50800" dir="2700000" algn="tl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4" name="Straight Connector 70">
            <a:extLst>
              <a:ext uri="{FF2B5EF4-FFF2-40B4-BE49-F238E27FC236}">
                <a16:creationId xmlns:a16="http://schemas.microsoft.com/office/drawing/2014/main" id="{56899011-D0DF-47C2-B917-48AEB431F715}"/>
              </a:ext>
            </a:extLst>
          </p:cNvPr>
          <p:cNvCxnSpPr>
            <a:cxnSpLocks/>
          </p:cNvCxnSpPr>
          <p:nvPr/>
        </p:nvCxnSpPr>
        <p:spPr>
          <a:xfrm flipV="1">
            <a:off x="1" y="0"/>
            <a:ext cx="0" cy="5080000"/>
          </a:xfrm>
          <a:prstGeom prst="line">
            <a:avLst/>
          </a:prstGeom>
          <a:noFill/>
          <a:ln w="57150" cap="rnd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5EF"/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glow rad="279400">
              <a:schemeClr val="accent1">
                <a:alpha val="40000"/>
              </a:schemeClr>
            </a:glow>
          </a:effectLst>
        </p:spPr>
      </p:cxnSp>
      <p:cxnSp>
        <p:nvCxnSpPr>
          <p:cNvPr id="16" name="Straight Connector 62">
            <a:extLst>
              <a:ext uri="{FF2B5EF4-FFF2-40B4-BE49-F238E27FC236}">
                <a16:creationId xmlns:a16="http://schemas.microsoft.com/office/drawing/2014/main" id="{504FCAED-A79A-4DD2-9EF2-8A110265BF0A}"/>
              </a:ext>
            </a:extLst>
          </p:cNvPr>
          <p:cNvCxnSpPr>
            <a:cxnSpLocks/>
          </p:cNvCxnSpPr>
          <p:nvPr/>
        </p:nvCxnSpPr>
        <p:spPr>
          <a:xfrm>
            <a:off x="1" y="6866094"/>
            <a:ext cx="5613400" cy="0"/>
          </a:xfrm>
          <a:prstGeom prst="line">
            <a:avLst/>
          </a:prstGeom>
          <a:noFill/>
          <a:ln w="57150" cap="rnd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5EF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glow rad="279400">
              <a:schemeClr val="accent1">
                <a:alpha val="40000"/>
              </a:schemeClr>
            </a:glow>
          </a:effectLst>
        </p:spPr>
      </p:cxnSp>
      <p:cxnSp>
        <p:nvCxnSpPr>
          <p:cNvPr id="17" name="Straight Connector 65">
            <a:extLst>
              <a:ext uri="{FF2B5EF4-FFF2-40B4-BE49-F238E27FC236}">
                <a16:creationId xmlns:a16="http://schemas.microsoft.com/office/drawing/2014/main" id="{2684957F-121A-4B14-940C-88CCC998141D}"/>
              </a:ext>
            </a:extLst>
          </p:cNvPr>
          <p:cNvCxnSpPr>
            <a:cxnSpLocks/>
          </p:cNvCxnSpPr>
          <p:nvPr/>
        </p:nvCxnSpPr>
        <p:spPr>
          <a:xfrm>
            <a:off x="5968933" y="0"/>
            <a:ext cx="6223000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5EF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glow rad="279400">
              <a:schemeClr val="accent1">
                <a:alpha val="40000"/>
              </a:schemeClr>
            </a:glow>
          </a:effectLst>
        </p:spPr>
      </p:cxnSp>
      <p:cxnSp>
        <p:nvCxnSpPr>
          <p:cNvPr id="20" name="Straight Connector 72">
            <a:extLst>
              <a:ext uri="{FF2B5EF4-FFF2-40B4-BE49-F238E27FC236}">
                <a16:creationId xmlns:a16="http://schemas.microsoft.com/office/drawing/2014/main" id="{5F2D40B3-61D6-45EC-8348-9A7B077F519F}"/>
              </a:ext>
            </a:extLst>
          </p:cNvPr>
          <p:cNvCxnSpPr>
            <a:cxnSpLocks/>
          </p:cNvCxnSpPr>
          <p:nvPr/>
        </p:nvCxnSpPr>
        <p:spPr>
          <a:xfrm>
            <a:off x="12191933" y="2413000"/>
            <a:ext cx="0" cy="4445000"/>
          </a:xfrm>
          <a:prstGeom prst="line">
            <a:avLst/>
          </a:prstGeom>
          <a:noFill/>
          <a:ln w="57150" cap="rnd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5EF"/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glow rad="279400">
              <a:schemeClr val="accent1">
                <a:alpha val="40000"/>
              </a:schemeClr>
            </a:glow>
          </a:effectLst>
        </p:spPr>
      </p:cxnSp>
      <p:sp>
        <p:nvSpPr>
          <p:cNvPr id="31" name="TextBox 30"/>
          <p:cNvSpPr txBox="1"/>
          <p:nvPr/>
        </p:nvSpPr>
        <p:spPr>
          <a:xfrm>
            <a:off x="351366" y="118463"/>
            <a:ext cx="11620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11">
              <a:defRPr/>
            </a:pPr>
            <a:r>
              <a:rPr lang="ru-RU" sz="3600" b="1" dirty="0"/>
              <a:t>Схема взаиморасчетов между РТК и </a:t>
            </a:r>
            <a:r>
              <a:rPr lang="en-US" sz="3600" b="1" dirty="0"/>
              <a:t>Tele2</a:t>
            </a:r>
            <a:endParaRPr lang="ru-RU" sz="3600" b="1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908797"/>
              </p:ext>
            </p:extLst>
          </p:nvPr>
        </p:nvGraphicFramePr>
        <p:xfrm>
          <a:off x="645596" y="1174463"/>
          <a:ext cx="11029167" cy="4502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011">
                  <a:extLst>
                    <a:ext uri="{9D8B030D-6E8A-4147-A177-3AD203B41FA5}">
                      <a16:colId xmlns:a16="http://schemas.microsoft.com/office/drawing/2014/main" val="1370039312"/>
                    </a:ext>
                  </a:extLst>
                </a:gridCol>
                <a:gridCol w="4060256">
                  <a:extLst>
                    <a:ext uri="{9D8B030D-6E8A-4147-A177-3AD203B41FA5}">
                      <a16:colId xmlns:a16="http://schemas.microsoft.com/office/drawing/2014/main" val="2144130366"/>
                    </a:ext>
                  </a:extLst>
                </a:gridCol>
                <a:gridCol w="3912900">
                  <a:extLst>
                    <a:ext uri="{9D8B030D-6E8A-4147-A177-3AD203B41FA5}">
                      <a16:colId xmlns:a16="http://schemas.microsoft.com/office/drawing/2014/main" val="1797751844"/>
                    </a:ext>
                  </a:extLst>
                </a:gridCol>
              </a:tblGrid>
              <a:tr h="543501">
                <a:tc>
                  <a:txBody>
                    <a:bodyPr/>
                    <a:lstStyle/>
                    <a:p>
                      <a:pPr algn="ctr"/>
                      <a:endParaRPr lang="ru-RU" b="0" dirty="0"/>
                    </a:p>
                  </a:txBody>
                  <a:tcPr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Моно-продажа ВН через </a:t>
                      </a:r>
                      <a:r>
                        <a:rPr lang="en-US" b="0" dirty="0"/>
                        <a:t>T2</a:t>
                      </a:r>
                      <a:r>
                        <a:rPr lang="en-US" b="0" baseline="0" dirty="0"/>
                        <a:t> </a:t>
                      </a:r>
                      <a:endParaRPr lang="ru-RU" b="0" baseline="0" dirty="0"/>
                    </a:p>
                    <a:p>
                      <a:pPr algn="ctr"/>
                      <a:r>
                        <a:rPr lang="en-US" b="0" baseline="0" dirty="0"/>
                        <a:t>(</a:t>
                      </a:r>
                      <a:r>
                        <a:rPr lang="ru-RU" b="0" baseline="0" dirty="0"/>
                        <a:t>Продукт 1)</a:t>
                      </a:r>
                      <a:endParaRPr lang="ru-RU" b="0" dirty="0"/>
                    </a:p>
                  </a:txBody>
                  <a:tcPr anchor="ctr"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Продажа ВН через РТК без</a:t>
                      </a:r>
                      <a:r>
                        <a:rPr lang="ru-RU" b="0" baseline="0" dirty="0"/>
                        <a:t> привязки к ШПД</a:t>
                      </a:r>
                      <a:endParaRPr lang="ru-RU" b="0" dirty="0"/>
                    </a:p>
                    <a:p>
                      <a:pPr algn="ctr"/>
                      <a:r>
                        <a:rPr lang="ru-RU" b="0" dirty="0"/>
                        <a:t>(Продукт </a:t>
                      </a:r>
                      <a:r>
                        <a:rPr lang="en-US" b="0" dirty="0"/>
                        <a:t>2</a:t>
                      </a:r>
                      <a:r>
                        <a:rPr lang="ru-RU" b="0" dirty="0"/>
                        <a:t>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302176"/>
                  </a:ext>
                </a:extLst>
              </a:tr>
              <a:tr h="891286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Кому</a:t>
                      </a:r>
                      <a:r>
                        <a:rPr lang="ru-RU" baseline="0" dirty="0"/>
                        <a:t> поступает выручка за камеры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Tele2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РТК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652247"/>
                  </a:ext>
                </a:extLst>
              </a:tr>
              <a:tr h="891286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Расчеты </a:t>
                      </a:r>
                      <a:r>
                        <a:rPr lang="ru-RU" baseline="0" dirty="0"/>
                        <a:t>между </a:t>
                      </a:r>
                      <a:r>
                        <a:rPr lang="en-US" baseline="0" dirty="0"/>
                        <a:t>Tele2</a:t>
                      </a:r>
                      <a:r>
                        <a:rPr lang="ru-RU" baseline="0" dirty="0"/>
                        <a:t> и РТК за камеры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Существующие схемы:</a:t>
                      </a:r>
                    </a:p>
                    <a:p>
                      <a:pPr algn="ctr"/>
                      <a:r>
                        <a:rPr lang="ru-RU" dirty="0"/>
                        <a:t>ДКП и агентская схема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3951280"/>
                  </a:ext>
                </a:extLst>
              </a:tr>
              <a:tr h="891286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Кому поступает выручка за сервис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Tele2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РТК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276248"/>
                  </a:ext>
                </a:extLst>
              </a:tr>
              <a:tr h="891286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Расчеты </a:t>
                      </a:r>
                      <a:r>
                        <a:rPr lang="ru-RU" baseline="0" dirty="0"/>
                        <a:t>между </a:t>
                      </a:r>
                      <a:r>
                        <a:rPr lang="en-US" baseline="0" dirty="0"/>
                        <a:t>Tele2</a:t>
                      </a:r>
                      <a:r>
                        <a:rPr lang="ru-RU" baseline="0" dirty="0"/>
                        <a:t> и РТК за сервис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TBD</a:t>
                      </a:r>
                      <a:endParaRPr lang="ru-RU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Платеж за использование (аренду)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платформы Умный дом РТК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TBD</a:t>
                      </a:r>
                    </a:p>
                    <a:p>
                      <a:pPr algn="ctr"/>
                      <a:r>
                        <a:rPr lang="ru-RU" dirty="0"/>
                        <a:t>Платеж</a:t>
                      </a:r>
                      <a:r>
                        <a:rPr lang="ru-RU" baseline="0" dirty="0"/>
                        <a:t> за использование (аренду) </a:t>
                      </a:r>
                      <a:r>
                        <a:rPr lang="ru-RU" baseline="0" dirty="0" err="1"/>
                        <a:t>биллинга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Tele2</a:t>
                      </a:r>
                      <a:endParaRPr lang="ru-RU" dirty="0"/>
                    </a:p>
                  </a:txBody>
                  <a:tcPr anchor="ctr">
                    <a:lnL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4674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1235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repeatCount="indefinite" accel="36000" decel="64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3.7037E-7 L 0 0.62037 " pathEditMode="relative" rAng="0" ptsTypes="AA">
                                      <p:cBhvr>
                                        <p:cTn id="9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01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36000" decel="64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6667E-6 2.59259E-6 L 0.76588 0.00555 " pathEditMode="relative" rAng="0" ptsTypes="AA">
                                      <p:cBhvr>
                                        <p:cTn id="14" dur="4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294" y="27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repeatCount="indefinite" accel="36000" decel="64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0 L -0.74583 0 " pathEditMode="relative" rAng="0" ptsTypes="AA">
                                      <p:cBhvr>
                                        <p:cTn id="19" dur="4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292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36000" decel="64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4.07407E-6 L 0.00104 -0.67963 " pathEditMode="relative" rAng="0" ptsTypes="AA">
                                      <p:cBhvr>
                                        <p:cTn id="24" dur="4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3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Tele2 и основные конкуренты">
      <a:dk1>
        <a:srgbClr val="0C0C0C"/>
      </a:dk1>
      <a:lt1>
        <a:sysClr val="window" lastClr="FFFFFF"/>
      </a:lt1>
      <a:dk2>
        <a:srgbClr val="44546A"/>
      </a:dk2>
      <a:lt2>
        <a:srgbClr val="E7E6E6"/>
      </a:lt2>
      <a:accent1>
        <a:srgbClr val="00B5EF"/>
      </a:accent1>
      <a:accent2>
        <a:srgbClr val="FF59A3"/>
      </a:accent2>
      <a:accent3>
        <a:srgbClr val="00B5EF"/>
      </a:accent3>
      <a:accent4>
        <a:srgbClr val="F0BE32"/>
      </a:accent4>
      <a:accent5>
        <a:srgbClr val="00B956"/>
      </a:accent5>
      <a:accent6>
        <a:srgbClr val="FF0000"/>
      </a:accent6>
      <a:hlink>
        <a:srgbClr val="00B5EF"/>
      </a:hlink>
      <a:folHlink>
        <a:srgbClr val="FF59A3"/>
      </a:folHlink>
    </a:clrScheme>
    <a:fontScheme name="T2 конфа">
      <a:majorFont>
        <a:latin typeface="Standard CT Stencil Bold"/>
        <a:ea typeface=""/>
        <a:cs typeface=""/>
      </a:majorFont>
      <a:minorFont>
        <a:latin typeface="Tele2 DisplaySerif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ln>
          <a:noFill/>
        </a:ln>
        <a:effectLst>
          <a:outerShdw blurRad="177800" dist="50800" dir="2700000" algn="tl" rotWithShape="0">
            <a:schemeClr val="tx2">
              <a:lumMod val="50000"/>
              <a:alpha val="20000"/>
            </a:schemeClr>
          </a:outerShdw>
        </a:effectLst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spcAft>
            <a:spcPts val="800"/>
          </a:spcAft>
          <a:defRPr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26682</TotalTime>
  <Words>640</Words>
  <Application>Microsoft Office PowerPoint</Application>
  <PresentationFormat>Широкоэкранный</PresentationFormat>
  <Paragraphs>164</Paragraphs>
  <Slides>11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Poppins Light</vt:lpstr>
      <vt:lpstr>Arial</vt:lpstr>
      <vt:lpstr>Standard CT Stencil Bold</vt:lpstr>
      <vt:lpstr>Calibri</vt:lpstr>
      <vt:lpstr>Tele2 DisplaySerif</vt:lpstr>
      <vt:lpstr>Wingdings</vt:lpstr>
      <vt:lpstr>Тема Office</vt:lpstr>
      <vt:lpstr>Слайд think-cell</vt:lpstr>
      <vt:lpstr>Презентация PowerPoint</vt:lpstr>
      <vt:lpstr>Предпосылки</vt:lpstr>
      <vt:lpstr>Решение – продукт на биллинге t2  </vt:lpstr>
      <vt:lpstr>Уникальные тарифные предложения</vt:lpstr>
      <vt:lpstr>Видеонаблюдение от t2</vt:lpstr>
      <vt:lpstr>Целевая аудитория</vt:lpstr>
      <vt:lpstr>Функциональные требования первой фазы</vt:lpstr>
      <vt:lpstr>Видение кластерного продукта</vt:lpstr>
      <vt:lpstr>Развитие кластерного продукта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Майстренко</dc:creator>
  <cp:lastModifiedBy>elena.ryabchevskikh@rt.ru</cp:lastModifiedBy>
  <cp:revision>560</cp:revision>
  <dcterms:created xsi:type="dcterms:W3CDTF">2023-08-25T12:23:20Z</dcterms:created>
  <dcterms:modified xsi:type="dcterms:W3CDTF">2024-09-30T06:58:00Z</dcterms:modified>
</cp:coreProperties>
</file>